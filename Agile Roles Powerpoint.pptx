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1"/>
  </p:sldMasterIdLst>
  <p:notesMasterIdLst>
    <p:notesMasterId r:id="rId7"/>
  </p:notesMasterIdLst>
  <p:sldIdLst>
    <p:sldId id="314" r:id="rId2"/>
    <p:sldId id="315" r:id="rId3"/>
    <p:sldId id="316" r:id="rId4"/>
    <p:sldId id="317" r:id="rId5"/>
    <p:sldId id="318" r:id="rId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76392" autoAdjust="0"/>
  </p:normalViewPr>
  <p:slideViewPr>
    <p:cSldViewPr snapToGrid="0">
      <p:cViewPr varScale="1">
        <p:scale>
          <a:sx n="84" d="100"/>
          <a:sy n="84" d="100"/>
        </p:scale>
        <p:origin x="1572" y="96"/>
      </p:cViewPr>
      <p:guideLst/>
    </p:cSldViewPr>
  </p:slideViewPr>
  <p:notesTextViewPr>
    <p:cViewPr>
      <p:scale>
        <a:sx n="1" d="1"/>
        <a:sy n="1" d="1"/>
      </p:scale>
      <p:origin x="0" y="0"/>
    </p:cViewPr>
  </p:notesTextViewPr>
  <p:notesViewPr>
    <p:cSldViewPr snapToGrid="0">
      <p:cViewPr varScale="1">
        <p:scale>
          <a:sx n="80" d="100"/>
          <a:sy n="80" d="100"/>
        </p:scale>
        <p:origin x="388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25/7/colors/Standard Color_2#48">
  <dgm:title val="Standard Color 2"/>
  <dgm:desc val=""/>
  <dgm:catLst>
    <dgm:cat type="accent1" pri="2"/>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node2">
    <dgm:fillClrLst meth="repeat">
      <a:schemeClr val="lt1">
        <a:alpha val="0"/>
      </a:schemeClr>
    </dgm:fillClrLst>
    <dgm:linClrLst meth="repeat">
      <a:schemeClr val="tx2">
        <a:alpha val="40000"/>
      </a:schemeClr>
    </dgm:linClrLst>
    <dgm:effectClrLst/>
    <dgm:txLinClrLst/>
    <dgm:txFillClrLst meth="repeat">
      <a:schemeClr val="dk1"/>
    </dgm:txFillClrLst>
    <dgm:txEffectClrLst/>
  </dgm:styleLbl>
  <dgm:styleLbl name="node3">
    <dgm:fillClrLst meth="repeat">
      <a:schemeClr val="lt1">
        <a:alpha val="0"/>
      </a:schemeClr>
    </dgm:fillClrLst>
    <dgm:linClrLst meth="repeat">
      <a:schemeClr val="lt1">
        <a:alpha val="0"/>
      </a:schemeClr>
    </dgm:linClrLst>
    <dgm:effectClrLst/>
    <dgm:txLinClrLst/>
    <dgm:txFillClrLst/>
    <dgm:txEffectClrLst/>
  </dgm:styleLbl>
  <dgm:styleLbl name="bgImgPlace1">
    <dgm:fillClrLst meth="repeat">
      <a:schemeClr val="accent1">
        <a:lumMod val="20000"/>
        <a:lumOff val="80000"/>
      </a:schemeClr>
    </dgm:fillClrLst>
    <dgm:linClrLst meth="repeat">
      <a:schemeClr val="accent1">
        <a:alpha val="0"/>
      </a:schemeClr>
    </dgm:linClrLst>
    <dgm:effectClrLst/>
    <dgm:txLinClrLst/>
    <dgm:txFillClrLst meth="repeat">
      <a:schemeClr val="bg2"/>
    </dgm:txFillClrLst>
    <dgm:txEffectClrLst/>
  </dgm:styleLbl>
  <dgm:styleLbl name="fgImgPlace1">
    <dgm:fillClrLst meth="repeat">
      <a:schemeClr val="accent1"/>
    </dgm:fillClrLst>
    <dgm:linClrLst meth="repeat">
      <a:schemeClr val="lt1">
        <a:alpha val="0"/>
      </a:schemeClr>
    </dgm:linClrLst>
    <dgm:effectClrLst/>
    <dgm:txLinClrLst/>
    <dgm:txFillClrLst meth="repeat">
      <a:schemeClr val="tx2"/>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styleLbl name="solidBgAcc1">
    <dgm:fillClrLst meth="repeat">
      <a:schemeClr val="accent1">
        <a:alpha val="10000"/>
      </a:schemeClr>
    </dgm:fillClrLst>
    <dgm:linClrLst meth="repeat">
      <a:schemeClr val="tx2">
        <a:alpha val="40000"/>
      </a:schemeClr>
    </dgm:linClrLst>
    <dgm:effectClrLst/>
    <dgm:txLinClrLst/>
    <dgm:txFillClrLst meth="repeat">
      <a:schemeClr val="bg2"/>
    </dgm:txFillClrLst>
    <dgm:txEffectClrLst/>
  </dgm:styleLbl>
  <dgm:styleLbl name="callout">
    <dgm:fillClrLst meth="repeat">
      <a:schemeClr val="tx2">
        <a:alpha val="40000"/>
      </a:schemeClr>
    </dgm:fillClrLst>
    <dgm:linClrLst meth="repeat">
      <a:schemeClr val="tx2">
        <a:alpha val="40000"/>
      </a:schemeClr>
    </dgm:linClrLst>
    <dgm:effectClrLst/>
    <dgm:txLinClrLst/>
    <dgm:txFillClrLst meth="repeat">
      <a:schemeClr val="tx1"/>
    </dgm:txFillClrLst>
    <dgm:txEffectClrLst/>
  </dgm:styleLbl>
  <dgm:styleLbl name="trBgShp">
    <dgm:fillClrLst meth="repeat">
      <a:schemeClr val="accent1">
        <a:lumMod val="20000"/>
        <a:lumOff val="80000"/>
      </a:schemeClr>
    </dgm:fillClrLst>
    <dgm:linClrLst meth="repeat">
      <a:schemeClr val="accent1"/>
    </dgm:linClrLst>
    <dgm:effectClrLst/>
    <dgm:txLinClrLst/>
    <dgm:txFillClrLst meth="repeat">
      <a:schemeClr val="tx1"/>
    </dgm:txFillClrLst>
    <dgm:txEffectClrLst/>
  </dgm:styleLbl>
  <dgm:styleLbl name="fgAcc1">
    <dgm:fillClrLst meth="repeat">
      <a:schemeClr val="accent1"/>
    </dgm:fillClrLst>
    <dgm:linClrLst meth="repeat">
      <a:schemeClr val="accent1"/>
    </dgm:linClrLst>
    <dgm:effectClrLst/>
    <dgm:txLinClrLst/>
    <dgm:txFillClrLst meth="repeat">
      <a:schemeClr val="tx1"/>
    </dgm:txFillClrLst>
    <dgm:txEffectClrLst/>
  </dgm:styleLbl>
  <dgm:styleLbl name="bgAcc1">
    <dgm:fillClrLst meth="repeat">
      <a:schemeClr val="accent1"/>
    </dgm:fillClrLst>
    <dgm:linClrLst meth="repeat">
      <a:schemeClr val="lt1">
        <a:alpha val="0"/>
      </a:schemeClr>
    </dgm:linClrLst>
    <dgm:effectClrLst/>
    <dgm:txLinClrLst/>
    <dgm:txFillClrLst meth="repeat">
      <a:schemeClr val="tx2"/>
    </dgm:txFillClrLst>
    <dgm:txEffectClrLst/>
  </dgm:styleLbl>
  <dgm:styleLbl name="alignAcc1">
    <dgm:fillClrLst meth="repeat">
      <a:schemeClr val="accent1"/>
    </dgm:fillClrLst>
    <dgm:linClrLst meth="repeat">
      <a:schemeClr val="accent1"/>
    </dgm:linClrLst>
    <dgm:effectClrLst/>
    <dgm:txLinClrLst/>
    <dgm:txFillClrLst meth="repeat">
      <a:schemeClr val="accent1">
        <a:lumMod val="20000"/>
        <a:lumOff val="80000"/>
      </a:schemeClr>
    </dgm:txFillClrLst>
    <dgm:txEffectClrLst/>
  </dgm:styleLbl>
  <dgm:styleLbl name="conFgAcc1">
    <dgm:fillClrLst meth="repeat">
      <a:schemeClr val="accent1">
        <a:alpha val="10000"/>
      </a:schemeClr>
    </dgm:fillClrLst>
    <dgm:linClrLst meth="repeat">
      <a:schemeClr val="accent1">
        <a:alpha val="0"/>
      </a:schemeClr>
    </dgm:linClrLst>
    <dgm:effectClrLst/>
    <dgm:txLinClrLst/>
    <dgm:txFillClrLst meth="repeat">
      <a:schemeClr val="bg2"/>
    </dgm:txFillClrLst>
    <dgm:txEffectClrLst/>
  </dgm:styleLbl>
  <dgm:styleLbl name="dkBgShp">
    <dgm:fillClrLst meth="repeat">
      <a:schemeClr val="tx2"/>
    </dgm:fillClrLst>
    <dgm:linClrLst meth="repeat">
      <a:schemeClr val="lt1">
        <a:alpha val="0"/>
      </a:schemeClr>
    </dgm:linClrLst>
    <dgm:effectClrLst/>
    <dgm:txLinClrLst/>
    <dgm:txFillClrLst meth="repeat">
      <a:schemeClr val="tx1"/>
    </dgm:txFillClrLst>
    <dgm:txEffectClrLst/>
  </dgm:styleLbl>
  <dgm:styleLbl name="trAlignAcc1">
    <dgm:fillClrLst meth="repeat">
      <a:schemeClr val="lt1">
        <a:alpha val="0"/>
      </a:schemeClr>
    </dgm:fillClrLst>
    <dgm:linClrLst meth="repeat">
      <a:schemeClr val="dk1">
        <a:alpha val="0"/>
      </a:schemeClr>
    </dgm:linClrLst>
    <dgm:effectClrLst/>
    <dgm:txLinClrLst/>
    <dgm:txFillClrLst meth="repeat">
      <a:schemeClr val="accent1">
        <a:lumMod val="20000"/>
        <a:lumOff val="80000"/>
      </a:schemeClr>
    </dgm:txFillClrLst>
    <dgm:txEffectClrLst/>
  </dgm:styleLbl>
  <dgm:styleLbl name="alignNode1">
    <dgm:fillClrLst meth="repeat">
      <a:schemeClr val="lt1">
        <a:alpha val="0"/>
      </a:schemeClr>
    </dgm:fillClrLst>
    <dgm:linClrLst meth="repeat">
      <a:schemeClr val="dk1">
        <a:alpha val="0"/>
      </a:schemeClr>
    </dgm:linClrLst>
    <dgm:effectClrLst/>
    <dgm:txLinClrLst/>
    <dgm:txFillClrLst meth="repeat">
      <a:schemeClr val="tx2"/>
    </dgm:txFillClrLst>
    <dgm:txEffectClrLst/>
  </dgm:styleLbl>
</dgm:colorsDef>
</file>

<file path=ppt/diagrams/data1.xml><?xml version="1.0" encoding="utf-8"?>
<dgm:dataModel xmlns:dgm="http://schemas.openxmlformats.org/drawingml/2006/diagram" xmlns:a="http://schemas.openxmlformats.org/drawingml/2006/main">
  <dgm:ptLst>
    <dgm:pt modelId="{05964AFE-B8B7-4D51-872E-30CCDA62F8E4}" type="doc">
      <dgm:prSet loTypeId="urn:microsoft.com/office/officeart/2024/3/layout/BulletTimelineDefaultVariant" loCatId="Timeline" qsTypeId="urn:microsoft.com/office/officeart/2005/8/quickstyle/simple1" qsCatId="simple" csTypeId="urn:microsoft.com/office/officeart/2005/8/colors/colorful3" csCatId="colorful" phldr="1"/>
      <dgm:spPr/>
      <dgm:t>
        <a:bodyPr/>
        <a:lstStyle/>
        <a:p>
          <a:endParaRPr lang="en-US"/>
        </a:p>
      </dgm:t>
    </dgm:pt>
    <dgm:pt modelId="{24A35684-4BB5-4C21-86C3-653FA0EE406D}">
      <dgm:prSet phldr="0"/>
      <dgm:spPr/>
      <dgm:t>
        <a:bodyPr/>
        <a:lstStyle/>
        <a:p>
          <a:pPr>
            <a:defRPr b="1"/>
          </a:pPr>
          <a:r>
            <a:rPr lang="en-US"/>
            <a:t>Phase 1: Planning</a:t>
          </a:r>
        </a:p>
      </dgm:t>
    </dgm:pt>
    <dgm:pt modelId="{AA4B4BD4-7D75-4E32-AA14-BB532636D0C6}" type="parTrans" cxnId="{63CF6006-FC79-418C-91C8-1EBF8B465BEB}">
      <dgm:prSet/>
      <dgm:spPr/>
      <dgm:t>
        <a:bodyPr/>
        <a:lstStyle/>
        <a:p>
          <a:endParaRPr lang="en-US"/>
        </a:p>
      </dgm:t>
    </dgm:pt>
    <dgm:pt modelId="{AE6418BD-E50B-44E1-9339-BC6F7F9B6777}" type="sibTrans" cxnId="{63CF6006-FC79-418C-91C8-1EBF8B465BEB}">
      <dgm:prSet/>
      <dgm:spPr/>
      <dgm:t>
        <a:bodyPr/>
        <a:lstStyle/>
        <a:p>
          <a:endParaRPr lang="en-US"/>
        </a:p>
      </dgm:t>
    </dgm:pt>
    <dgm:pt modelId="{FC80653A-8AEF-4D56-AF9E-CF0E572C9B41}">
      <dgm:prSet phldr="0"/>
      <dgm:spPr/>
      <dgm:t>
        <a:bodyPr/>
        <a:lstStyle/>
        <a:p>
          <a:r>
            <a:rPr lang="en-US" noProof="1"/>
            <a:t>Defining the project goal and high-level requirements.</a:t>
          </a:r>
          <a:endParaRPr lang="en-US"/>
        </a:p>
      </dgm:t>
    </dgm:pt>
    <dgm:pt modelId="{9B080B57-DFC6-494E-B51C-FA77760BFC25}" type="sibTrans" cxnId="{15D102A4-9580-420B-8F1B-39728594354F}">
      <dgm:prSet/>
      <dgm:spPr/>
      <dgm:t>
        <a:bodyPr/>
        <a:lstStyle/>
        <a:p>
          <a:endParaRPr lang="en-US"/>
        </a:p>
      </dgm:t>
    </dgm:pt>
    <dgm:pt modelId="{021D7B1A-C5C4-4D5A-8BC8-13A553C82AD8}" type="parTrans" cxnId="{15D102A4-9580-420B-8F1B-39728594354F}">
      <dgm:prSet/>
      <dgm:spPr/>
      <dgm:t>
        <a:bodyPr/>
        <a:lstStyle/>
        <a:p>
          <a:endParaRPr lang="en-US"/>
        </a:p>
      </dgm:t>
    </dgm:pt>
    <dgm:pt modelId="{B8D0C732-BA0A-49D0-BD7C-972E7E503D0E}">
      <dgm:prSet phldr="0"/>
      <dgm:spPr/>
      <dgm:t>
        <a:bodyPr/>
        <a:lstStyle/>
        <a:p>
          <a:pPr>
            <a:defRPr b="1"/>
          </a:pPr>
          <a:r>
            <a:rPr lang="en-US"/>
            <a:t>Phase 2: Iteration</a:t>
          </a:r>
        </a:p>
      </dgm:t>
    </dgm:pt>
    <dgm:pt modelId="{1CB58621-F6AB-46FA-9228-3DE2E76C5E68}" type="sibTrans" cxnId="{E6BE349A-6790-4B45-9DA7-C3795DCB8467}">
      <dgm:prSet/>
      <dgm:spPr/>
      <dgm:t>
        <a:bodyPr/>
        <a:lstStyle/>
        <a:p>
          <a:endParaRPr lang="en-US"/>
        </a:p>
      </dgm:t>
    </dgm:pt>
    <dgm:pt modelId="{D14356C7-A4AC-4DA9-BF8A-2E9E28A11288}" type="parTrans" cxnId="{E6BE349A-6790-4B45-9DA7-C3795DCB8467}">
      <dgm:prSet/>
      <dgm:spPr/>
      <dgm:t>
        <a:bodyPr/>
        <a:lstStyle/>
        <a:p>
          <a:endParaRPr lang="en-US"/>
        </a:p>
      </dgm:t>
    </dgm:pt>
    <dgm:pt modelId="{0DE847FD-7F52-4AF6-AB76-1AB972140B94}">
      <dgm:prSet phldr="0"/>
      <dgm:spPr/>
      <dgm:t>
        <a:bodyPr/>
        <a:lstStyle/>
        <a:p>
          <a:r>
            <a:rPr lang="en-US" noProof="1"/>
            <a:t>The coding and design phase where small pieces of value are built.</a:t>
          </a:r>
          <a:endParaRPr lang="en-US"/>
        </a:p>
      </dgm:t>
    </dgm:pt>
    <dgm:pt modelId="{27D3867E-8747-4215-BE4D-D307E2432B8B}" type="sibTrans" cxnId="{1446FA1A-4170-4982-9C6D-BA1FC7A158C5}">
      <dgm:prSet/>
      <dgm:spPr/>
      <dgm:t>
        <a:bodyPr/>
        <a:lstStyle/>
        <a:p>
          <a:endParaRPr lang="en-US"/>
        </a:p>
      </dgm:t>
    </dgm:pt>
    <dgm:pt modelId="{56BCB9F5-80EC-4796-95AB-BF9A07C28204}" type="parTrans" cxnId="{1446FA1A-4170-4982-9C6D-BA1FC7A158C5}">
      <dgm:prSet/>
      <dgm:spPr/>
      <dgm:t>
        <a:bodyPr/>
        <a:lstStyle/>
        <a:p>
          <a:endParaRPr lang="en-US"/>
        </a:p>
      </dgm:t>
    </dgm:pt>
    <dgm:pt modelId="{ACFCB059-0B4F-40F6-8D40-39A608B91A12}">
      <dgm:prSet phldr="0"/>
      <dgm:spPr/>
      <dgm:t>
        <a:bodyPr/>
        <a:lstStyle/>
        <a:p>
          <a:pPr>
            <a:defRPr b="1"/>
          </a:pPr>
          <a:r>
            <a:rPr lang="en-US"/>
            <a:t>Phase 3: Testing</a:t>
          </a:r>
        </a:p>
      </dgm:t>
    </dgm:pt>
    <dgm:pt modelId="{8D921CA9-2849-4A86-AA22-03B30EE77201}" type="sibTrans" cxnId="{C02DDFDB-A4D6-40D9-92C3-3A07D56E40D2}">
      <dgm:prSet/>
      <dgm:spPr/>
      <dgm:t>
        <a:bodyPr/>
        <a:lstStyle/>
        <a:p>
          <a:endParaRPr lang="en-US"/>
        </a:p>
      </dgm:t>
    </dgm:pt>
    <dgm:pt modelId="{DC13C5BD-C24E-47F2-9DC4-216454BD6744}" type="parTrans" cxnId="{C02DDFDB-A4D6-40D9-92C3-3A07D56E40D2}">
      <dgm:prSet/>
      <dgm:spPr/>
      <dgm:t>
        <a:bodyPr/>
        <a:lstStyle/>
        <a:p>
          <a:endParaRPr lang="en-US"/>
        </a:p>
      </dgm:t>
    </dgm:pt>
    <dgm:pt modelId="{98D81B79-93B4-46E4-BF32-11FED76CD680}">
      <dgm:prSet phldr="0"/>
      <dgm:spPr/>
      <dgm:t>
        <a:bodyPr/>
        <a:lstStyle/>
        <a:p>
          <a:r>
            <a:rPr lang="en-US" noProof="1"/>
            <a:t>Continuous testing within each sprint to catch bugs early.</a:t>
          </a:r>
          <a:endParaRPr lang="en-US"/>
        </a:p>
      </dgm:t>
    </dgm:pt>
    <dgm:pt modelId="{A43D7BC1-70B3-48C3-9CB8-0557F86F5302}" type="sibTrans" cxnId="{373B7774-2AA7-41F8-BACA-3F672E4E0773}">
      <dgm:prSet/>
      <dgm:spPr/>
      <dgm:t>
        <a:bodyPr/>
        <a:lstStyle/>
        <a:p>
          <a:endParaRPr lang="en-US"/>
        </a:p>
      </dgm:t>
    </dgm:pt>
    <dgm:pt modelId="{6076C2DE-3E56-49F1-B36B-80259086D95A}" type="parTrans" cxnId="{373B7774-2AA7-41F8-BACA-3F672E4E0773}">
      <dgm:prSet/>
      <dgm:spPr/>
      <dgm:t>
        <a:bodyPr/>
        <a:lstStyle/>
        <a:p>
          <a:endParaRPr lang="en-US"/>
        </a:p>
      </dgm:t>
    </dgm:pt>
    <dgm:pt modelId="{1F71E236-6802-49B5-850E-324316956AC0}">
      <dgm:prSet phldr="0"/>
      <dgm:spPr/>
      <dgm:t>
        <a:bodyPr/>
        <a:lstStyle/>
        <a:p>
          <a:pPr>
            <a:defRPr b="1"/>
          </a:pPr>
          <a:r>
            <a:rPr lang="en-US"/>
            <a:t>Phase 4: Review</a:t>
          </a:r>
        </a:p>
      </dgm:t>
    </dgm:pt>
    <dgm:pt modelId="{B078E1D7-8023-4BF3-A47D-D44ED1AA3C5E}" type="sibTrans" cxnId="{C9484846-BBEA-42A7-A6D2-81F2779CFBD5}">
      <dgm:prSet/>
      <dgm:spPr/>
      <dgm:t>
        <a:bodyPr/>
        <a:lstStyle/>
        <a:p>
          <a:endParaRPr lang="en-US"/>
        </a:p>
      </dgm:t>
    </dgm:pt>
    <dgm:pt modelId="{3356DA36-6C5C-4994-88ED-6936E7AF13AC}" type="parTrans" cxnId="{C9484846-BBEA-42A7-A6D2-81F2779CFBD5}">
      <dgm:prSet/>
      <dgm:spPr/>
      <dgm:t>
        <a:bodyPr/>
        <a:lstStyle/>
        <a:p>
          <a:endParaRPr lang="en-US"/>
        </a:p>
      </dgm:t>
    </dgm:pt>
    <dgm:pt modelId="{5D83B56C-2A45-4F88-B739-E5A2C5DA28C2}">
      <dgm:prSet phldr="0"/>
      <dgm:spPr/>
      <dgm:t>
        <a:bodyPr/>
        <a:lstStyle/>
        <a:p>
          <a:r>
            <a:rPr lang="en-US" noProof="1"/>
            <a:t>Demonstrating working software to stakeholders for immediate feedback.</a:t>
          </a:r>
          <a:endParaRPr lang="en-US"/>
        </a:p>
      </dgm:t>
    </dgm:pt>
    <dgm:pt modelId="{E5021849-C0FC-4F60-8820-062E7EFB2F47}" type="sibTrans" cxnId="{E43F26AC-4C1A-4B16-91F4-AC6D947BDEE8}">
      <dgm:prSet/>
      <dgm:spPr/>
      <dgm:t>
        <a:bodyPr/>
        <a:lstStyle/>
        <a:p>
          <a:endParaRPr lang="en-US"/>
        </a:p>
      </dgm:t>
    </dgm:pt>
    <dgm:pt modelId="{207B7C0A-A5E0-4251-82A9-8E69880662D7}" type="parTrans" cxnId="{E43F26AC-4C1A-4B16-91F4-AC6D947BDEE8}">
      <dgm:prSet/>
      <dgm:spPr/>
      <dgm:t>
        <a:bodyPr/>
        <a:lstStyle/>
        <a:p>
          <a:endParaRPr lang="en-US"/>
        </a:p>
      </dgm:t>
    </dgm:pt>
    <dgm:pt modelId="{292F0BB5-7821-4A64-9F89-E6860CB3DE82}" type="pres">
      <dgm:prSet presAssocID="{05964AFE-B8B7-4D51-872E-30CCDA62F8E4}" presName="root" presStyleCnt="0">
        <dgm:presLayoutVars>
          <dgm:chMax/>
          <dgm:chPref/>
          <dgm:animLvl val="lvl"/>
        </dgm:presLayoutVars>
      </dgm:prSet>
      <dgm:spPr/>
    </dgm:pt>
    <dgm:pt modelId="{700EB61A-D64C-47C5-B81A-A135462C01D1}" type="pres">
      <dgm:prSet presAssocID="{05964AFE-B8B7-4D51-872E-30CCDA62F8E4}" presName="divider" presStyleLbl="fgAcc1" presStyleIdx="0" presStyleCnt="1"/>
      <dgm:spPr>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gm:spPr>
    </dgm:pt>
    <dgm:pt modelId="{4D002711-64C3-423C-BE10-E05226EA54C2}" type="pres">
      <dgm:prSet presAssocID="{05964AFE-B8B7-4D51-872E-30CCDA62F8E4}" presName="nodes" presStyleCnt="0">
        <dgm:presLayoutVars>
          <dgm:chMax/>
          <dgm:chPref/>
          <dgm:animLvl val="lvl"/>
        </dgm:presLayoutVars>
      </dgm:prSet>
      <dgm:spPr/>
    </dgm:pt>
    <dgm:pt modelId="{DBCB997D-9635-4047-9CE8-757B20E85702}" type="pres">
      <dgm:prSet presAssocID="{24A35684-4BB5-4C21-86C3-653FA0EE406D}" presName="composite" presStyleCnt="0"/>
      <dgm:spPr/>
    </dgm:pt>
    <dgm:pt modelId="{03B3F071-D6F1-49F1-8DFC-9446ADD0651B}" type="pres">
      <dgm:prSet presAssocID="{24A35684-4BB5-4C21-86C3-653FA0EE406D}" presName="ConnectorPoint" presStyleLbl="lnNode1" presStyleIdx="0" presStyleCnt="4"/>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936CF7D5-18AF-4010-B3F2-8767DBE5A032}" type="pres">
      <dgm:prSet presAssocID="{24A35684-4BB5-4C21-86C3-653FA0EE406D}" presName="DropPinPlaceHolder" presStyleCnt="0"/>
      <dgm:spPr/>
    </dgm:pt>
    <dgm:pt modelId="{3E0F7D90-1746-4345-BE6E-655132B8B81A}" type="pres">
      <dgm:prSet presAssocID="{24A35684-4BB5-4C21-86C3-653FA0EE406D}" presName="DropPin" presStyleLbl="revTx" presStyleIdx="0" presStyleCnt="12"/>
      <dgm:spPr/>
    </dgm:pt>
    <dgm:pt modelId="{B075B796-8118-4F47-B043-2AF061E6227C}" type="pres">
      <dgm:prSet presAssocID="{24A35684-4BB5-4C21-86C3-653FA0EE406D}" presName="Ellipse" presStyleLbl="node2" presStyleIdx="0" presStyleCnt="4"/>
      <dgm:spPr>
        <a:solidFill>
          <a:schemeClr val="accent4">
            <a:hueOff val="0"/>
            <a:satOff val="0"/>
            <a:lumOff val="0"/>
            <a:alphaOff val="0"/>
          </a:schemeClr>
        </a:solidFill>
        <a:ln w="12700" cap="flat" cmpd="sng" algn="ctr">
          <a:noFill/>
          <a:prstDash val="solid"/>
          <a:miter lim="800000"/>
        </a:ln>
        <a:effectLst/>
      </dgm:spPr>
    </dgm:pt>
    <dgm:pt modelId="{E727BC7C-941D-4B52-94FF-DA4EB2B3EFF2}" type="pres">
      <dgm:prSet presAssocID="{24A35684-4BB5-4C21-86C3-653FA0EE406D}" presName="L2TextContainer" presStyleLbl="revTx" presStyleIdx="1" presStyleCnt="12">
        <dgm:presLayoutVars>
          <dgm:bulletEnabled val="1"/>
        </dgm:presLayoutVars>
      </dgm:prSet>
      <dgm:spPr/>
    </dgm:pt>
    <dgm:pt modelId="{A1E264C6-C191-4136-A951-DA670F270BF0}" type="pres">
      <dgm:prSet presAssocID="{24A35684-4BB5-4C21-86C3-653FA0EE406D}" presName="L1TextContainer" presStyleLbl="revTx" presStyleIdx="2" presStyleCnt="12">
        <dgm:presLayoutVars>
          <dgm:chMax val="1"/>
          <dgm:chPref val="1"/>
          <dgm:bulletEnabled val="1"/>
        </dgm:presLayoutVars>
      </dgm:prSet>
      <dgm:spPr/>
    </dgm:pt>
    <dgm:pt modelId="{3A918686-5EA8-4AB9-AE5E-6D898B0A99BD}" type="pres">
      <dgm:prSet presAssocID="{24A35684-4BB5-4C21-86C3-653FA0EE406D}" presName="ConnectLine" presStyleLbl="sibTrans1D1" presStyleIdx="0" presStyleCnt="4"/>
      <dgm:spPr/>
    </dgm:pt>
    <dgm:pt modelId="{00C7038F-A4CF-4E16-ADD9-FD443DCB1C14}" type="pres">
      <dgm:prSet presAssocID="{24A35684-4BB5-4C21-86C3-653FA0EE406D}" presName="EmptyPlaceHolder" presStyleCnt="0"/>
      <dgm:spPr/>
    </dgm:pt>
    <dgm:pt modelId="{569B2A77-D2D2-4F97-8090-5D5C8E1C1ACB}" type="pres">
      <dgm:prSet presAssocID="{AE6418BD-E50B-44E1-9339-BC6F7F9B6777}" presName="spaceBetweenRectangles" presStyleCnt="0"/>
      <dgm:spPr/>
    </dgm:pt>
    <dgm:pt modelId="{E7803200-8701-455F-9177-61D8296669B2}" type="pres">
      <dgm:prSet presAssocID="{B8D0C732-BA0A-49D0-BD7C-972E7E503D0E}" presName="composite" presStyleCnt="0"/>
      <dgm:spPr/>
    </dgm:pt>
    <dgm:pt modelId="{5CB0DBD2-1226-4346-954F-B4B0EB516700}" type="pres">
      <dgm:prSet presAssocID="{B8D0C732-BA0A-49D0-BD7C-972E7E503D0E}" presName="ConnectorPoint" presStyleLbl="lnNode1" presStyleIdx="1" presStyleCnt="4"/>
      <dgm:spPr>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gm:spPr>
    </dgm:pt>
    <dgm:pt modelId="{BA40C491-BEFB-4B01-8F96-8304A5502810}" type="pres">
      <dgm:prSet presAssocID="{B8D0C732-BA0A-49D0-BD7C-972E7E503D0E}" presName="DropPinPlaceHolder" presStyleCnt="0"/>
      <dgm:spPr/>
    </dgm:pt>
    <dgm:pt modelId="{47523513-3D06-42F3-9C99-8C09288D9872}" type="pres">
      <dgm:prSet presAssocID="{B8D0C732-BA0A-49D0-BD7C-972E7E503D0E}" presName="DropPin" presStyleLbl="revTx" presStyleIdx="3" presStyleCnt="12"/>
      <dgm:spPr/>
    </dgm:pt>
    <dgm:pt modelId="{5B3C50C0-6895-43FF-A705-165C7C52382A}" type="pres">
      <dgm:prSet presAssocID="{B8D0C732-BA0A-49D0-BD7C-972E7E503D0E}" presName="Ellipse" presStyleLbl="node2" presStyleIdx="1" presStyleCnt="4"/>
      <dgm:spPr>
        <a:solidFill>
          <a:schemeClr val="accent4">
            <a:hueOff val="0"/>
            <a:satOff val="0"/>
            <a:lumOff val="0"/>
            <a:alphaOff val="0"/>
          </a:schemeClr>
        </a:solidFill>
        <a:ln w="12700" cap="flat" cmpd="sng" algn="ctr">
          <a:noFill/>
          <a:prstDash val="solid"/>
          <a:miter lim="800000"/>
        </a:ln>
        <a:effectLst/>
      </dgm:spPr>
    </dgm:pt>
    <dgm:pt modelId="{4905A939-A8CC-4325-89CA-86E8103DDCF1}" type="pres">
      <dgm:prSet presAssocID="{B8D0C732-BA0A-49D0-BD7C-972E7E503D0E}" presName="L2TextContainer" presStyleLbl="revTx" presStyleIdx="4" presStyleCnt="12">
        <dgm:presLayoutVars>
          <dgm:bulletEnabled val="1"/>
        </dgm:presLayoutVars>
      </dgm:prSet>
      <dgm:spPr/>
    </dgm:pt>
    <dgm:pt modelId="{103EE9D7-7DFB-4919-9FA4-CFDE1952230E}" type="pres">
      <dgm:prSet presAssocID="{B8D0C732-BA0A-49D0-BD7C-972E7E503D0E}" presName="L1TextContainer" presStyleLbl="revTx" presStyleIdx="5" presStyleCnt="12">
        <dgm:presLayoutVars>
          <dgm:chMax val="1"/>
          <dgm:chPref val="1"/>
          <dgm:bulletEnabled val="1"/>
        </dgm:presLayoutVars>
      </dgm:prSet>
      <dgm:spPr/>
    </dgm:pt>
    <dgm:pt modelId="{128155D9-7F5C-4D06-8F1A-9246733E203B}" type="pres">
      <dgm:prSet presAssocID="{B8D0C732-BA0A-49D0-BD7C-972E7E503D0E}" presName="ConnectLine" presStyleLbl="sibTrans1D1" presStyleIdx="1" presStyleCnt="4"/>
      <dgm:spPr/>
    </dgm:pt>
    <dgm:pt modelId="{39730F6E-3BAB-4FC9-8290-B0978FFFB74B}" type="pres">
      <dgm:prSet presAssocID="{B8D0C732-BA0A-49D0-BD7C-972E7E503D0E}" presName="EmptyPlaceHolder" presStyleCnt="0"/>
      <dgm:spPr/>
    </dgm:pt>
    <dgm:pt modelId="{B14D54BE-0E45-4A0C-B4EA-0FB4D380252B}" type="pres">
      <dgm:prSet presAssocID="{1CB58621-F6AB-46FA-9228-3DE2E76C5E68}" presName="spaceBetweenRectangles" presStyleCnt="0"/>
      <dgm:spPr/>
    </dgm:pt>
    <dgm:pt modelId="{5C540CD3-6AE4-4E5E-ACCE-12294936E596}" type="pres">
      <dgm:prSet presAssocID="{ACFCB059-0B4F-40F6-8D40-39A608B91A12}" presName="composite" presStyleCnt="0"/>
      <dgm:spPr/>
    </dgm:pt>
    <dgm:pt modelId="{6DA18619-C382-4A08-A970-6A0E96824674}" type="pres">
      <dgm:prSet presAssocID="{ACFCB059-0B4F-40F6-8D40-39A608B91A12}" presName="ConnectorPoint" presStyleLbl="lnNode1" presStyleIdx="2" presStyleCnt="4"/>
      <dgm:spPr>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gm:spPr>
    </dgm:pt>
    <dgm:pt modelId="{2E012B52-51DE-4175-B6A6-314F1B401604}" type="pres">
      <dgm:prSet presAssocID="{ACFCB059-0B4F-40F6-8D40-39A608B91A12}" presName="DropPinPlaceHolder" presStyleCnt="0"/>
      <dgm:spPr/>
    </dgm:pt>
    <dgm:pt modelId="{4A9EA0A2-E81C-4D36-81D8-837B3E4FEC08}" type="pres">
      <dgm:prSet presAssocID="{ACFCB059-0B4F-40F6-8D40-39A608B91A12}" presName="DropPin" presStyleLbl="revTx" presStyleIdx="6" presStyleCnt="12"/>
      <dgm:spPr/>
    </dgm:pt>
    <dgm:pt modelId="{AEE9EF59-1265-41DF-91D0-3723A59632B4}" type="pres">
      <dgm:prSet presAssocID="{ACFCB059-0B4F-40F6-8D40-39A608B91A12}" presName="Ellipse" presStyleLbl="node2" presStyleIdx="2" presStyleCnt="4"/>
      <dgm:spPr>
        <a:solidFill>
          <a:schemeClr val="accent4">
            <a:hueOff val="0"/>
            <a:satOff val="0"/>
            <a:lumOff val="0"/>
            <a:alphaOff val="0"/>
          </a:schemeClr>
        </a:solidFill>
        <a:ln w="12700" cap="flat" cmpd="sng" algn="ctr">
          <a:noFill/>
          <a:prstDash val="solid"/>
          <a:miter lim="800000"/>
        </a:ln>
        <a:effectLst/>
      </dgm:spPr>
    </dgm:pt>
    <dgm:pt modelId="{029F35EA-7F43-40B6-BAFC-EB699AAB202A}" type="pres">
      <dgm:prSet presAssocID="{ACFCB059-0B4F-40F6-8D40-39A608B91A12}" presName="L2TextContainer" presStyleLbl="revTx" presStyleIdx="7" presStyleCnt="12">
        <dgm:presLayoutVars>
          <dgm:bulletEnabled val="1"/>
        </dgm:presLayoutVars>
      </dgm:prSet>
      <dgm:spPr/>
    </dgm:pt>
    <dgm:pt modelId="{7C14F580-B0F8-4C2B-A59B-CD2F07E06C09}" type="pres">
      <dgm:prSet presAssocID="{ACFCB059-0B4F-40F6-8D40-39A608B91A12}" presName="L1TextContainer" presStyleLbl="revTx" presStyleIdx="8" presStyleCnt="12">
        <dgm:presLayoutVars>
          <dgm:chMax val="1"/>
          <dgm:chPref val="1"/>
          <dgm:bulletEnabled val="1"/>
        </dgm:presLayoutVars>
      </dgm:prSet>
      <dgm:spPr/>
    </dgm:pt>
    <dgm:pt modelId="{B53F15A4-2F3B-4F35-97D8-9B06968155B8}" type="pres">
      <dgm:prSet presAssocID="{ACFCB059-0B4F-40F6-8D40-39A608B91A12}" presName="ConnectLine" presStyleLbl="sibTrans1D1" presStyleIdx="2" presStyleCnt="4"/>
      <dgm:spPr/>
    </dgm:pt>
    <dgm:pt modelId="{52B02A29-341A-4AA8-84AE-76B8074BB0FA}" type="pres">
      <dgm:prSet presAssocID="{ACFCB059-0B4F-40F6-8D40-39A608B91A12}" presName="EmptyPlaceHolder" presStyleCnt="0"/>
      <dgm:spPr/>
    </dgm:pt>
    <dgm:pt modelId="{EC3F95CE-85E7-4F60-98D2-119ADC5961E0}" type="pres">
      <dgm:prSet presAssocID="{8D921CA9-2849-4A86-AA22-03B30EE77201}" presName="spaceBetweenRectangles" presStyleCnt="0"/>
      <dgm:spPr/>
    </dgm:pt>
    <dgm:pt modelId="{743D4437-1F1D-431F-8657-12C585580CAB}" type="pres">
      <dgm:prSet presAssocID="{1F71E236-6802-49B5-850E-324316956AC0}" presName="composite" presStyleCnt="0"/>
      <dgm:spPr/>
    </dgm:pt>
    <dgm:pt modelId="{F312245D-AE0B-47E0-92F3-38754BBB9F27}" type="pres">
      <dgm:prSet presAssocID="{1F71E236-6802-49B5-850E-324316956AC0}" presName="ConnectorPoint" presStyleLbl="lnNode1" presStyleIdx="3" presStyleCnt="4"/>
      <dgm:spPr>
        <a:solidFill>
          <a:schemeClr val="accent3">
            <a:hueOff val="-669517"/>
            <a:satOff val="20430"/>
            <a:lumOff val="2157"/>
            <a:alphaOff val="0"/>
          </a:schemeClr>
        </a:solidFill>
        <a:ln w="6350" cap="flat" cmpd="sng" algn="ctr">
          <a:solidFill>
            <a:schemeClr val="lt1">
              <a:hueOff val="0"/>
              <a:satOff val="0"/>
              <a:lumOff val="0"/>
              <a:alphaOff val="0"/>
            </a:schemeClr>
          </a:solidFill>
          <a:prstDash val="solid"/>
          <a:miter lim="800000"/>
        </a:ln>
        <a:effectLst/>
      </dgm:spPr>
    </dgm:pt>
    <dgm:pt modelId="{CCA0BC69-5D00-47DD-BBBC-B17001AEC6EA}" type="pres">
      <dgm:prSet presAssocID="{1F71E236-6802-49B5-850E-324316956AC0}" presName="DropPinPlaceHolder" presStyleCnt="0"/>
      <dgm:spPr/>
    </dgm:pt>
    <dgm:pt modelId="{8A99C932-343E-429F-8E0E-E83C23E4A4DB}" type="pres">
      <dgm:prSet presAssocID="{1F71E236-6802-49B5-850E-324316956AC0}" presName="DropPin" presStyleLbl="revTx" presStyleIdx="9" presStyleCnt="12"/>
      <dgm:spPr/>
    </dgm:pt>
    <dgm:pt modelId="{C0FEC869-D7F3-4582-B2C6-B78056273345}" type="pres">
      <dgm:prSet presAssocID="{1F71E236-6802-49B5-850E-324316956AC0}" presName="Ellipse" presStyleLbl="node2" presStyleIdx="3" presStyleCnt="4"/>
      <dgm:spPr>
        <a:solidFill>
          <a:schemeClr val="accent4">
            <a:hueOff val="0"/>
            <a:satOff val="0"/>
            <a:lumOff val="0"/>
            <a:alphaOff val="0"/>
          </a:schemeClr>
        </a:solidFill>
        <a:ln w="12700" cap="flat" cmpd="sng" algn="ctr">
          <a:noFill/>
          <a:prstDash val="solid"/>
          <a:miter lim="800000"/>
        </a:ln>
        <a:effectLst/>
      </dgm:spPr>
    </dgm:pt>
    <dgm:pt modelId="{EED748F2-957A-4B81-A85D-ACA737E39AE3}" type="pres">
      <dgm:prSet presAssocID="{1F71E236-6802-49B5-850E-324316956AC0}" presName="L2TextContainer" presStyleLbl="revTx" presStyleIdx="10" presStyleCnt="12">
        <dgm:presLayoutVars>
          <dgm:bulletEnabled val="1"/>
        </dgm:presLayoutVars>
      </dgm:prSet>
      <dgm:spPr/>
    </dgm:pt>
    <dgm:pt modelId="{2C3732A5-E55A-492B-943B-73F2A3971F48}" type="pres">
      <dgm:prSet presAssocID="{1F71E236-6802-49B5-850E-324316956AC0}" presName="L1TextContainer" presStyleLbl="revTx" presStyleIdx="11" presStyleCnt="12">
        <dgm:presLayoutVars>
          <dgm:chMax val="1"/>
          <dgm:chPref val="1"/>
          <dgm:bulletEnabled val="1"/>
        </dgm:presLayoutVars>
      </dgm:prSet>
      <dgm:spPr/>
    </dgm:pt>
    <dgm:pt modelId="{68BE8F0C-5CC5-4AE4-811D-8D3363962702}" type="pres">
      <dgm:prSet presAssocID="{1F71E236-6802-49B5-850E-324316956AC0}" presName="ConnectLine" presStyleLbl="sibTrans1D1" presStyleIdx="3" presStyleCnt="4"/>
      <dgm:spPr/>
    </dgm:pt>
    <dgm:pt modelId="{7E0C43A5-925D-43CD-8938-B91D271A18F3}" type="pres">
      <dgm:prSet presAssocID="{1F71E236-6802-49B5-850E-324316956AC0}" presName="EmptyPlaceHolder" presStyleCnt="0"/>
      <dgm:spPr/>
    </dgm:pt>
  </dgm:ptLst>
  <dgm:cxnLst>
    <dgm:cxn modelId="{63CF6006-FC79-418C-91C8-1EBF8B465BEB}" srcId="{05964AFE-B8B7-4D51-872E-30CCDA62F8E4}" destId="{24A35684-4BB5-4C21-86C3-653FA0EE406D}" srcOrd="0" destOrd="0" parTransId="{AA4B4BD4-7D75-4E32-AA14-BB532636D0C6}" sibTransId="{AE6418BD-E50B-44E1-9339-BC6F7F9B6777}"/>
    <dgm:cxn modelId="{1446FA1A-4170-4982-9C6D-BA1FC7A158C5}" srcId="{B8D0C732-BA0A-49D0-BD7C-972E7E503D0E}" destId="{0DE847FD-7F52-4AF6-AB76-1AB972140B94}" srcOrd="0" destOrd="0" parTransId="{56BCB9F5-80EC-4796-95AB-BF9A07C28204}" sibTransId="{27D3867E-8747-4215-BE4D-D307E2432B8B}"/>
    <dgm:cxn modelId="{C9484846-BBEA-42A7-A6D2-81F2779CFBD5}" srcId="{05964AFE-B8B7-4D51-872E-30CCDA62F8E4}" destId="{1F71E236-6802-49B5-850E-324316956AC0}" srcOrd="3" destOrd="0" parTransId="{3356DA36-6C5C-4994-88ED-6936E7AF13AC}" sibTransId="{B078E1D7-8023-4BF3-A47D-D44ED1AA3C5E}"/>
    <dgm:cxn modelId="{C2C9CF6A-275B-4BCF-8F60-F6274C33979C}" type="presOf" srcId="{1F71E236-6802-49B5-850E-324316956AC0}" destId="{2C3732A5-E55A-492B-943B-73F2A3971F48}" srcOrd="0" destOrd="0" presId="urn:microsoft.com/office/officeart/2024/3/layout/BulletTimelineDefaultVariant"/>
    <dgm:cxn modelId="{373B7774-2AA7-41F8-BACA-3F672E4E0773}" srcId="{ACFCB059-0B4F-40F6-8D40-39A608B91A12}" destId="{98D81B79-93B4-46E4-BF32-11FED76CD680}" srcOrd="0" destOrd="0" parTransId="{6076C2DE-3E56-49F1-B36B-80259086D95A}" sibTransId="{A43D7BC1-70B3-48C3-9CB8-0557F86F5302}"/>
    <dgm:cxn modelId="{E6BE349A-6790-4B45-9DA7-C3795DCB8467}" srcId="{05964AFE-B8B7-4D51-872E-30CCDA62F8E4}" destId="{B8D0C732-BA0A-49D0-BD7C-972E7E503D0E}" srcOrd="1" destOrd="0" parTransId="{D14356C7-A4AC-4DA9-BF8A-2E9E28A11288}" sibTransId="{1CB58621-F6AB-46FA-9228-3DE2E76C5E68}"/>
    <dgm:cxn modelId="{15D102A4-9580-420B-8F1B-39728594354F}" srcId="{24A35684-4BB5-4C21-86C3-653FA0EE406D}" destId="{FC80653A-8AEF-4D56-AF9E-CF0E572C9B41}" srcOrd="0" destOrd="0" parTransId="{021D7B1A-C5C4-4D5A-8BC8-13A553C82AD8}" sibTransId="{9B080B57-DFC6-494E-B51C-FA77760BFC25}"/>
    <dgm:cxn modelId="{3D6A5BA5-3086-43DB-B8D2-355293FBAE45}" type="presOf" srcId="{ACFCB059-0B4F-40F6-8D40-39A608B91A12}" destId="{7C14F580-B0F8-4C2B-A59B-CD2F07E06C09}" srcOrd="0" destOrd="0" presId="urn:microsoft.com/office/officeart/2024/3/layout/BulletTimelineDefaultVariant"/>
    <dgm:cxn modelId="{7DF04BA8-E350-454A-B5F3-F91C74DCDAD2}" type="presOf" srcId="{B8D0C732-BA0A-49D0-BD7C-972E7E503D0E}" destId="{103EE9D7-7DFB-4919-9FA4-CFDE1952230E}" srcOrd="0" destOrd="0" presId="urn:microsoft.com/office/officeart/2024/3/layout/BulletTimelineDefaultVariant"/>
    <dgm:cxn modelId="{E43F26AC-4C1A-4B16-91F4-AC6D947BDEE8}" srcId="{1F71E236-6802-49B5-850E-324316956AC0}" destId="{5D83B56C-2A45-4F88-B739-E5A2C5DA28C2}" srcOrd="0" destOrd="0" parTransId="{207B7C0A-A5E0-4251-82A9-8E69880662D7}" sibTransId="{E5021849-C0FC-4F60-8820-062E7EFB2F47}"/>
    <dgm:cxn modelId="{E0BEFACC-CB8D-4300-B645-CE092ECB8D42}" type="presOf" srcId="{5D83B56C-2A45-4F88-B739-E5A2C5DA28C2}" destId="{EED748F2-957A-4B81-A85D-ACA737E39AE3}" srcOrd="0" destOrd="0" presId="urn:microsoft.com/office/officeart/2024/3/layout/BulletTimelineDefaultVariant"/>
    <dgm:cxn modelId="{DC26DAD7-B233-4064-8A42-BC14BB609ABE}" type="presOf" srcId="{24A35684-4BB5-4C21-86C3-653FA0EE406D}" destId="{A1E264C6-C191-4136-A951-DA670F270BF0}" srcOrd="0" destOrd="0" presId="urn:microsoft.com/office/officeart/2024/3/layout/BulletTimelineDefaultVariant"/>
    <dgm:cxn modelId="{C02DDFDB-A4D6-40D9-92C3-3A07D56E40D2}" srcId="{05964AFE-B8B7-4D51-872E-30CCDA62F8E4}" destId="{ACFCB059-0B4F-40F6-8D40-39A608B91A12}" srcOrd="2" destOrd="0" parTransId="{DC13C5BD-C24E-47F2-9DC4-216454BD6744}" sibTransId="{8D921CA9-2849-4A86-AA22-03B30EE77201}"/>
    <dgm:cxn modelId="{17F372E0-1621-4053-9743-B58D784B4E78}" type="presOf" srcId="{98D81B79-93B4-46E4-BF32-11FED76CD680}" destId="{029F35EA-7F43-40B6-BAFC-EB699AAB202A}" srcOrd="0" destOrd="0" presId="urn:microsoft.com/office/officeart/2024/3/layout/BulletTimelineDefaultVariant"/>
    <dgm:cxn modelId="{679AD0E5-F2DA-4E80-850E-B478A921BC72}" type="presOf" srcId="{05964AFE-B8B7-4D51-872E-30CCDA62F8E4}" destId="{292F0BB5-7821-4A64-9F89-E6860CB3DE82}" srcOrd="0" destOrd="0" presId="urn:microsoft.com/office/officeart/2024/3/layout/BulletTimelineDefaultVariant"/>
    <dgm:cxn modelId="{8B799FF4-497B-4829-A207-3386AA57CBBC}" type="presOf" srcId="{0DE847FD-7F52-4AF6-AB76-1AB972140B94}" destId="{4905A939-A8CC-4325-89CA-86E8103DDCF1}" srcOrd="0" destOrd="0" presId="urn:microsoft.com/office/officeart/2024/3/layout/BulletTimelineDefaultVariant"/>
    <dgm:cxn modelId="{4DAAC1FC-D438-4C92-BE64-1DA4969CB975}" type="presOf" srcId="{FC80653A-8AEF-4D56-AF9E-CF0E572C9B41}" destId="{E727BC7C-941D-4B52-94FF-DA4EB2B3EFF2}" srcOrd="0" destOrd="0" presId="urn:microsoft.com/office/officeart/2024/3/layout/BulletTimelineDefaultVariant"/>
    <dgm:cxn modelId="{70214FCF-D97C-44A2-940F-093C6AEF8CDD}" type="presParOf" srcId="{292F0BB5-7821-4A64-9F89-E6860CB3DE82}" destId="{700EB61A-D64C-47C5-B81A-A135462C01D1}" srcOrd="0" destOrd="0" presId="urn:microsoft.com/office/officeart/2024/3/layout/BulletTimelineDefaultVariant"/>
    <dgm:cxn modelId="{56135C23-5831-49D3-A165-4B3D2E599E47}" type="presParOf" srcId="{292F0BB5-7821-4A64-9F89-E6860CB3DE82}" destId="{4D002711-64C3-423C-BE10-E05226EA54C2}" srcOrd="1" destOrd="0" presId="urn:microsoft.com/office/officeart/2024/3/layout/BulletTimelineDefaultVariant"/>
    <dgm:cxn modelId="{663AC837-AAA4-448E-B1E7-93621DC47065}" type="presParOf" srcId="{4D002711-64C3-423C-BE10-E05226EA54C2}" destId="{DBCB997D-9635-4047-9CE8-757B20E85702}" srcOrd="0" destOrd="0" presId="urn:microsoft.com/office/officeart/2024/3/layout/BulletTimelineDefaultVariant"/>
    <dgm:cxn modelId="{7A6BE3F8-819F-4162-A9EC-393FBDE79C47}" type="presParOf" srcId="{DBCB997D-9635-4047-9CE8-757B20E85702}" destId="{03B3F071-D6F1-49F1-8DFC-9446ADD0651B}" srcOrd="0" destOrd="0" presId="urn:microsoft.com/office/officeart/2024/3/layout/BulletTimelineDefaultVariant"/>
    <dgm:cxn modelId="{347ED2CF-3596-4AE6-A5EA-2056FBF84EDE}" type="presParOf" srcId="{DBCB997D-9635-4047-9CE8-757B20E85702}" destId="{936CF7D5-18AF-4010-B3F2-8767DBE5A032}" srcOrd="1" destOrd="0" presId="urn:microsoft.com/office/officeart/2024/3/layout/BulletTimelineDefaultVariant"/>
    <dgm:cxn modelId="{1DDE49F8-4625-4E51-A74A-68E6293A987A}" type="presParOf" srcId="{936CF7D5-18AF-4010-B3F2-8767DBE5A032}" destId="{3E0F7D90-1746-4345-BE6E-655132B8B81A}" srcOrd="0" destOrd="0" presId="urn:microsoft.com/office/officeart/2024/3/layout/BulletTimelineDefaultVariant"/>
    <dgm:cxn modelId="{F93B355D-DA70-4D02-B91D-86F96016057F}" type="presParOf" srcId="{936CF7D5-18AF-4010-B3F2-8767DBE5A032}" destId="{B075B796-8118-4F47-B043-2AF061E6227C}" srcOrd="1" destOrd="0" presId="urn:microsoft.com/office/officeart/2024/3/layout/BulletTimelineDefaultVariant"/>
    <dgm:cxn modelId="{B3C06BB7-208B-4470-A968-CDA360E466F8}" type="presParOf" srcId="{DBCB997D-9635-4047-9CE8-757B20E85702}" destId="{E727BC7C-941D-4B52-94FF-DA4EB2B3EFF2}" srcOrd="2" destOrd="0" presId="urn:microsoft.com/office/officeart/2024/3/layout/BulletTimelineDefaultVariant"/>
    <dgm:cxn modelId="{BCF3B794-E19F-404B-BFB8-57695B112F05}" type="presParOf" srcId="{DBCB997D-9635-4047-9CE8-757B20E85702}" destId="{A1E264C6-C191-4136-A951-DA670F270BF0}" srcOrd="3" destOrd="0" presId="urn:microsoft.com/office/officeart/2024/3/layout/BulletTimelineDefaultVariant"/>
    <dgm:cxn modelId="{2A6F36AB-6E9C-48C3-9138-62473CFC7172}" type="presParOf" srcId="{DBCB997D-9635-4047-9CE8-757B20E85702}" destId="{3A918686-5EA8-4AB9-AE5E-6D898B0A99BD}" srcOrd="4" destOrd="0" presId="urn:microsoft.com/office/officeart/2024/3/layout/BulletTimelineDefaultVariant"/>
    <dgm:cxn modelId="{842055E5-4CD5-4FD5-BE0D-CB4BAA45C766}" type="presParOf" srcId="{DBCB997D-9635-4047-9CE8-757B20E85702}" destId="{00C7038F-A4CF-4E16-ADD9-FD443DCB1C14}" srcOrd="5" destOrd="0" presId="urn:microsoft.com/office/officeart/2024/3/layout/BulletTimelineDefaultVariant"/>
    <dgm:cxn modelId="{417F14D0-6382-44AB-9B39-0FE014BA214E}" type="presParOf" srcId="{4D002711-64C3-423C-BE10-E05226EA54C2}" destId="{569B2A77-D2D2-4F97-8090-5D5C8E1C1ACB}" srcOrd="1" destOrd="0" presId="urn:microsoft.com/office/officeart/2024/3/layout/BulletTimelineDefaultVariant"/>
    <dgm:cxn modelId="{BA9672C1-E373-48DC-A5F5-7674D3697553}" type="presParOf" srcId="{4D002711-64C3-423C-BE10-E05226EA54C2}" destId="{E7803200-8701-455F-9177-61D8296669B2}" srcOrd="2" destOrd="0" presId="urn:microsoft.com/office/officeart/2024/3/layout/BulletTimelineDefaultVariant"/>
    <dgm:cxn modelId="{E3C3C13A-C3EB-48C4-B57C-92A4668AAC06}" type="presParOf" srcId="{E7803200-8701-455F-9177-61D8296669B2}" destId="{5CB0DBD2-1226-4346-954F-B4B0EB516700}" srcOrd="0" destOrd="0" presId="urn:microsoft.com/office/officeart/2024/3/layout/BulletTimelineDefaultVariant"/>
    <dgm:cxn modelId="{6E4E3352-E851-4815-9820-D326D827953A}" type="presParOf" srcId="{E7803200-8701-455F-9177-61D8296669B2}" destId="{BA40C491-BEFB-4B01-8F96-8304A5502810}" srcOrd="1" destOrd="0" presId="urn:microsoft.com/office/officeart/2024/3/layout/BulletTimelineDefaultVariant"/>
    <dgm:cxn modelId="{15A3DA7F-BC6D-45A7-A74A-56A512EB313F}" type="presParOf" srcId="{BA40C491-BEFB-4B01-8F96-8304A5502810}" destId="{47523513-3D06-42F3-9C99-8C09288D9872}" srcOrd="0" destOrd="0" presId="urn:microsoft.com/office/officeart/2024/3/layout/BulletTimelineDefaultVariant"/>
    <dgm:cxn modelId="{B64F5836-69D8-42E9-A3E1-8E6D90060B96}" type="presParOf" srcId="{BA40C491-BEFB-4B01-8F96-8304A5502810}" destId="{5B3C50C0-6895-43FF-A705-165C7C52382A}" srcOrd="1" destOrd="0" presId="urn:microsoft.com/office/officeart/2024/3/layout/BulletTimelineDefaultVariant"/>
    <dgm:cxn modelId="{666DCC4E-5F3B-4560-A604-246683D21200}" type="presParOf" srcId="{E7803200-8701-455F-9177-61D8296669B2}" destId="{4905A939-A8CC-4325-89CA-86E8103DDCF1}" srcOrd="2" destOrd="0" presId="urn:microsoft.com/office/officeart/2024/3/layout/BulletTimelineDefaultVariant"/>
    <dgm:cxn modelId="{DD612492-DD31-44EE-A208-1F7963D04A50}" type="presParOf" srcId="{E7803200-8701-455F-9177-61D8296669B2}" destId="{103EE9D7-7DFB-4919-9FA4-CFDE1952230E}" srcOrd="3" destOrd="0" presId="urn:microsoft.com/office/officeart/2024/3/layout/BulletTimelineDefaultVariant"/>
    <dgm:cxn modelId="{273CAEDD-C53F-4827-8E41-CA39135B548A}" type="presParOf" srcId="{E7803200-8701-455F-9177-61D8296669B2}" destId="{128155D9-7F5C-4D06-8F1A-9246733E203B}" srcOrd="4" destOrd="0" presId="urn:microsoft.com/office/officeart/2024/3/layout/BulletTimelineDefaultVariant"/>
    <dgm:cxn modelId="{16988F94-5E90-494A-9278-D294F06FAD9B}" type="presParOf" srcId="{E7803200-8701-455F-9177-61D8296669B2}" destId="{39730F6E-3BAB-4FC9-8290-B0978FFFB74B}" srcOrd="5" destOrd="0" presId="urn:microsoft.com/office/officeart/2024/3/layout/BulletTimelineDefaultVariant"/>
    <dgm:cxn modelId="{E0C7F9CE-62D0-4091-9537-131B7A2F8F17}" type="presParOf" srcId="{4D002711-64C3-423C-BE10-E05226EA54C2}" destId="{B14D54BE-0E45-4A0C-B4EA-0FB4D380252B}" srcOrd="3" destOrd="0" presId="urn:microsoft.com/office/officeart/2024/3/layout/BulletTimelineDefaultVariant"/>
    <dgm:cxn modelId="{F1A60CD8-56D6-4F95-A561-EB809BCE4784}" type="presParOf" srcId="{4D002711-64C3-423C-BE10-E05226EA54C2}" destId="{5C540CD3-6AE4-4E5E-ACCE-12294936E596}" srcOrd="4" destOrd="0" presId="urn:microsoft.com/office/officeart/2024/3/layout/BulletTimelineDefaultVariant"/>
    <dgm:cxn modelId="{F4D61545-5F79-4B97-911F-028A6BEEECEA}" type="presParOf" srcId="{5C540CD3-6AE4-4E5E-ACCE-12294936E596}" destId="{6DA18619-C382-4A08-A970-6A0E96824674}" srcOrd="0" destOrd="0" presId="urn:microsoft.com/office/officeart/2024/3/layout/BulletTimelineDefaultVariant"/>
    <dgm:cxn modelId="{E4DA8C7D-939D-496D-BAE2-26BBA5459EA6}" type="presParOf" srcId="{5C540CD3-6AE4-4E5E-ACCE-12294936E596}" destId="{2E012B52-51DE-4175-B6A6-314F1B401604}" srcOrd="1" destOrd="0" presId="urn:microsoft.com/office/officeart/2024/3/layout/BulletTimelineDefaultVariant"/>
    <dgm:cxn modelId="{EEE56C47-E1AA-46C7-B216-C4BF93745ADD}" type="presParOf" srcId="{2E012B52-51DE-4175-B6A6-314F1B401604}" destId="{4A9EA0A2-E81C-4D36-81D8-837B3E4FEC08}" srcOrd="0" destOrd="0" presId="urn:microsoft.com/office/officeart/2024/3/layout/BulletTimelineDefaultVariant"/>
    <dgm:cxn modelId="{3E106B51-B566-458C-9F4F-CD112D57E150}" type="presParOf" srcId="{2E012B52-51DE-4175-B6A6-314F1B401604}" destId="{AEE9EF59-1265-41DF-91D0-3723A59632B4}" srcOrd="1" destOrd="0" presId="urn:microsoft.com/office/officeart/2024/3/layout/BulletTimelineDefaultVariant"/>
    <dgm:cxn modelId="{1480CB84-2744-4B18-8A13-1EBF59772522}" type="presParOf" srcId="{5C540CD3-6AE4-4E5E-ACCE-12294936E596}" destId="{029F35EA-7F43-40B6-BAFC-EB699AAB202A}" srcOrd="2" destOrd="0" presId="urn:microsoft.com/office/officeart/2024/3/layout/BulletTimelineDefaultVariant"/>
    <dgm:cxn modelId="{A5F7D126-F232-4B52-9973-5EEB6005A8AF}" type="presParOf" srcId="{5C540CD3-6AE4-4E5E-ACCE-12294936E596}" destId="{7C14F580-B0F8-4C2B-A59B-CD2F07E06C09}" srcOrd="3" destOrd="0" presId="urn:microsoft.com/office/officeart/2024/3/layout/BulletTimelineDefaultVariant"/>
    <dgm:cxn modelId="{2BD793AD-069A-4973-AB84-91E7C8525CBC}" type="presParOf" srcId="{5C540CD3-6AE4-4E5E-ACCE-12294936E596}" destId="{B53F15A4-2F3B-4F35-97D8-9B06968155B8}" srcOrd="4" destOrd="0" presId="urn:microsoft.com/office/officeart/2024/3/layout/BulletTimelineDefaultVariant"/>
    <dgm:cxn modelId="{987E0343-3FB9-436C-A2BB-E50E9E77ACEF}" type="presParOf" srcId="{5C540CD3-6AE4-4E5E-ACCE-12294936E596}" destId="{52B02A29-341A-4AA8-84AE-76B8074BB0FA}" srcOrd="5" destOrd="0" presId="urn:microsoft.com/office/officeart/2024/3/layout/BulletTimelineDefaultVariant"/>
    <dgm:cxn modelId="{E59C836D-B543-48D7-8E46-EAC5E3664221}" type="presParOf" srcId="{4D002711-64C3-423C-BE10-E05226EA54C2}" destId="{EC3F95CE-85E7-4F60-98D2-119ADC5961E0}" srcOrd="5" destOrd="0" presId="urn:microsoft.com/office/officeart/2024/3/layout/BulletTimelineDefaultVariant"/>
    <dgm:cxn modelId="{C4998DBD-67D1-4C45-9818-13F19A57178B}" type="presParOf" srcId="{4D002711-64C3-423C-BE10-E05226EA54C2}" destId="{743D4437-1F1D-431F-8657-12C585580CAB}" srcOrd="6" destOrd="0" presId="urn:microsoft.com/office/officeart/2024/3/layout/BulletTimelineDefaultVariant"/>
    <dgm:cxn modelId="{41310813-2286-4A19-A183-DBD76CD0A1A5}" type="presParOf" srcId="{743D4437-1F1D-431F-8657-12C585580CAB}" destId="{F312245D-AE0B-47E0-92F3-38754BBB9F27}" srcOrd="0" destOrd="0" presId="urn:microsoft.com/office/officeart/2024/3/layout/BulletTimelineDefaultVariant"/>
    <dgm:cxn modelId="{5EAFAEF0-C700-45EF-B255-D7DD71D3863F}" type="presParOf" srcId="{743D4437-1F1D-431F-8657-12C585580CAB}" destId="{CCA0BC69-5D00-47DD-BBBC-B17001AEC6EA}" srcOrd="1" destOrd="0" presId="urn:microsoft.com/office/officeart/2024/3/layout/BulletTimelineDefaultVariant"/>
    <dgm:cxn modelId="{BFB235A9-3720-46DE-BA28-4EB4D5479BA2}" type="presParOf" srcId="{CCA0BC69-5D00-47DD-BBBC-B17001AEC6EA}" destId="{8A99C932-343E-429F-8E0E-E83C23E4A4DB}" srcOrd="0" destOrd="0" presId="urn:microsoft.com/office/officeart/2024/3/layout/BulletTimelineDefaultVariant"/>
    <dgm:cxn modelId="{5E86211B-B11E-4887-9DEE-67C9E0C704B4}" type="presParOf" srcId="{CCA0BC69-5D00-47DD-BBBC-B17001AEC6EA}" destId="{C0FEC869-D7F3-4582-B2C6-B78056273345}" srcOrd="1" destOrd="0" presId="urn:microsoft.com/office/officeart/2024/3/layout/BulletTimelineDefaultVariant"/>
    <dgm:cxn modelId="{4B4ECCD4-AB54-4131-BF8F-14D8CB28AB51}" type="presParOf" srcId="{743D4437-1F1D-431F-8657-12C585580CAB}" destId="{EED748F2-957A-4B81-A85D-ACA737E39AE3}" srcOrd="2" destOrd="0" presId="urn:microsoft.com/office/officeart/2024/3/layout/BulletTimelineDefaultVariant"/>
    <dgm:cxn modelId="{B45C0D97-0863-4CCA-9667-A44080FBAD35}" type="presParOf" srcId="{743D4437-1F1D-431F-8657-12C585580CAB}" destId="{2C3732A5-E55A-492B-943B-73F2A3971F48}" srcOrd="3" destOrd="0" presId="urn:microsoft.com/office/officeart/2024/3/layout/BulletTimelineDefaultVariant"/>
    <dgm:cxn modelId="{9A85C3A0-4356-4725-9A29-5C7380EAA3CF}" type="presParOf" srcId="{743D4437-1F1D-431F-8657-12C585580CAB}" destId="{68BE8F0C-5CC5-4AE4-811D-8D3363962702}" srcOrd="4" destOrd="0" presId="urn:microsoft.com/office/officeart/2024/3/layout/BulletTimelineDefaultVariant"/>
    <dgm:cxn modelId="{71E086E8-CBAD-4DE3-A02C-8C91B7C4AF82}" type="presParOf" srcId="{743D4437-1F1D-431F-8657-12C585580CAB}" destId="{7E0C43A5-925D-43CD-8938-B91D271A18F3}" srcOrd="5" destOrd="0" presId="urn:microsoft.com/office/officeart/2024/3/layout/BulletTimelineDefaultVarian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964AFE-B8B7-4D51-872E-30CCDA62F8E4}" type="doc">
      <dgm:prSet loTypeId="urn:microsoft.com/office/officeart/2024/3/layout/BulletTimelineDefaultVariant" loCatId="Timeline" qsTypeId="urn:microsoft.com/office/officeart/2005/8/quickstyle/simple1" qsCatId="simple" csTypeId="urn:microsoft.com/office/officeart/2005/8/colors/colorful3" csCatId="colorful" phldr="1"/>
      <dgm:spPr/>
      <dgm:t>
        <a:bodyPr/>
        <a:lstStyle/>
        <a:p>
          <a:endParaRPr lang="en-US"/>
        </a:p>
      </dgm:t>
    </dgm:pt>
    <dgm:pt modelId="{24A35684-4BB5-4C21-86C3-653FA0EE406D}">
      <dgm:prSet phldr="0"/>
      <dgm:spPr/>
      <dgm:t>
        <a:bodyPr/>
        <a:lstStyle/>
        <a:p>
          <a:pPr>
            <a:defRPr b="1"/>
          </a:pPr>
          <a:r>
            <a:rPr lang="en-US"/>
            <a:t>Requirements</a:t>
          </a:r>
        </a:p>
      </dgm:t>
    </dgm:pt>
    <dgm:pt modelId="{AA4B4BD4-7D75-4E32-AA14-BB532636D0C6}" type="parTrans" cxnId="{63CF6006-FC79-418C-91C8-1EBF8B465BEB}">
      <dgm:prSet/>
      <dgm:spPr/>
      <dgm:t>
        <a:bodyPr/>
        <a:lstStyle/>
        <a:p>
          <a:endParaRPr lang="en-US"/>
        </a:p>
      </dgm:t>
    </dgm:pt>
    <dgm:pt modelId="{AE6418BD-E50B-44E1-9339-BC6F7F9B6777}" type="sibTrans" cxnId="{63CF6006-FC79-418C-91C8-1EBF8B465BEB}">
      <dgm:prSet/>
      <dgm:spPr/>
      <dgm:t>
        <a:bodyPr/>
        <a:lstStyle/>
        <a:p>
          <a:endParaRPr lang="en-US"/>
        </a:p>
      </dgm:t>
    </dgm:pt>
    <dgm:pt modelId="{FC2D2168-8973-44BC-959D-6434424C0962}">
      <dgm:prSet phldr="0"/>
      <dgm:spPr/>
      <dgm:t>
        <a:bodyPr/>
        <a:lstStyle/>
        <a:p>
          <a:r>
            <a:rPr lang="en-US" noProof="1"/>
            <a:t>Operate, support, and fix after release.</a:t>
          </a:r>
          <a:endParaRPr lang="en-US"/>
        </a:p>
      </dgm:t>
    </dgm:pt>
    <dgm:pt modelId="{E4842333-CF7C-401A-8903-C8B66964A092}" type="parTrans" cxnId="{B29B63A8-9B92-4F20-A54B-46DC5486122C}">
      <dgm:prSet/>
      <dgm:spPr/>
      <dgm:t>
        <a:bodyPr/>
        <a:lstStyle/>
        <a:p>
          <a:endParaRPr lang="en-US"/>
        </a:p>
      </dgm:t>
    </dgm:pt>
    <dgm:pt modelId="{C891E2C8-94FF-43AC-A7F6-38BAC10AE749}" type="sibTrans" cxnId="{B29B63A8-9B92-4F20-A54B-46DC5486122C}">
      <dgm:prSet/>
      <dgm:spPr/>
      <dgm:t>
        <a:bodyPr/>
        <a:lstStyle/>
        <a:p>
          <a:endParaRPr lang="en-US"/>
        </a:p>
      </dgm:t>
    </dgm:pt>
    <dgm:pt modelId="{FC80653A-8AEF-4D56-AF9E-CF0E572C9B41}">
      <dgm:prSet phldr="0"/>
      <dgm:spPr/>
      <dgm:t>
        <a:bodyPr/>
        <a:lstStyle/>
        <a:p>
          <a:r>
            <a:rPr lang="en-US" noProof="1"/>
            <a:t>Define and approve requirements before design starts.</a:t>
          </a:r>
          <a:endParaRPr lang="en-US"/>
        </a:p>
      </dgm:t>
    </dgm:pt>
    <dgm:pt modelId="{9B080B57-DFC6-494E-B51C-FA77760BFC25}" type="sibTrans" cxnId="{15D102A4-9580-420B-8F1B-39728594354F}">
      <dgm:prSet/>
      <dgm:spPr/>
      <dgm:t>
        <a:bodyPr/>
        <a:lstStyle/>
        <a:p>
          <a:endParaRPr lang="en-US"/>
        </a:p>
      </dgm:t>
    </dgm:pt>
    <dgm:pt modelId="{021D7B1A-C5C4-4D5A-8BC8-13A553C82AD8}" type="parTrans" cxnId="{15D102A4-9580-420B-8F1B-39728594354F}">
      <dgm:prSet/>
      <dgm:spPr/>
      <dgm:t>
        <a:bodyPr/>
        <a:lstStyle/>
        <a:p>
          <a:endParaRPr lang="en-US"/>
        </a:p>
      </dgm:t>
    </dgm:pt>
    <dgm:pt modelId="{B8D0C732-BA0A-49D0-BD7C-972E7E503D0E}">
      <dgm:prSet phldr="0"/>
      <dgm:spPr/>
      <dgm:t>
        <a:bodyPr/>
        <a:lstStyle/>
        <a:p>
          <a:pPr>
            <a:defRPr b="1"/>
          </a:pPr>
          <a:r>
            <a:rPr lang="en-US"/>
            <a:t>Design</a:t>
          </a:r>
        </a:p>
      </dgm:t>
    </dgm:pt>
    <dgm:pt modelId="{1CB58621-F6AB-46FA-9228-3DE2E76C5E68}" type="sibTrans" cxnId="{E6BE349A-6790-4B45-9DA7-C3795DCB8467}">
      <dgm:prSet/>
      <dgm:spPr/>
      <dgm:t>
        <a:bodyPr/>
        <a:lstStyle/>
        <a:p>
          <a:endParaRPr lang="en-US"/>
        </a:p>
      </dgm:t>
    </dgm:pt>
    <dgm:pt modelId="{D14356C7-A4AC-4DA9-BF8A-2E9E28A11288}" type="parTrans" cxnId="{E6BE349A-6790-4B45-9DA7-C3795DCB8467}">
      <dgm:prSet/>
      <dgm:spPr/>
      <dgm:t>
        <a:bodyPr/>
        <a:lstStyle/>
        <a:p>
          <a:endParaRPr lang="en-US"/>
        </a:p>
      </dgm:t>
    </dgm:pt>
    <dgm:pt modelId="{0DE847FD-7F52-4AF6-AB76-1AB972140B94}">
      <dgm:prSet phldr="0"/>
      <dgm:spPr/>
      <dgm:t>
        <a:bodyPr/>
        <a:lstStyle/>
        <a:p>
          <a:r>
            <a:rPr lang="en-US" noProof="1"/>
            <a:t>Translate requirements into a complete design package.</a:t>
          </a:r>
          <a:endParaRPr lang="en-US"/>
        </a:p>
      </dgm:t>
    </dgm:pt>
    <dgm:pt modelId="{27D3867E-8747-4215-BE4D-D307E2432B8B}" type="sibTrans" cxnId="{1446FA1A-4170-4982-9C6D-BA1FC7A158C5}">
      <dgm:prSet/>
      <dgm:spPr/>
      <dgm:t>
        <a:bodyPr/>
        <a:lstStyle/>
        <a:p>
          <a:endParaRPr lang="en-US"/>
        </a:p>
      </dgm:t>
    </dgm:pt>
    <dgm:pt modelId="{56BCB9F5-80EC-4796-95AB-BF9A07C28204}" type="parTrans" cxnId="{1446FA1A-4170-4982-9C6D-BA1FC7A158C5}">
      <dgm:prSet/>
      <dgm:spPr/>
      <dgm:t>
        <a:bodyPr/>
        <a:lstStyle/>
        <a:p>
          <a:endParaRPr lang="en-US"/>
        </a:p>
      </dgm:t>
    </dgm:pt>
    <dgm:pt modelId="{ACFCB059-0B4F-40F6-8D40-39A608B91A12}">
      <dgm:prSet phldr="0"/>
      <dgm:spPr/>
      <dgm:t>
        <a:bodyPr/>
        <a:lstStyle/>
        <a:p>
          <a:pPr>
            <a:defRPr b="1"/>
          </a:pPr>
          <a:r>
            <a:rPr lang="en-US"/>
            <a:t>Implementation</a:t>
          </a:r>
        </a:p>
      </dgm:t>
    </dgm:pt>
    <dgm:pt modelId="{8D921CA9-2849-4A86-AA22-03B30EE77201}" type="sibTrans" cxnId="{C02DDFDB-A4D6-40D9-92C3-3A07D56E40D2}">
      <dgm:prSet/>
      <dgm:spPr/>
      <dgm:t>
        <a:bodyPr/>
        <a:lstStyle/>
        <a:p>
          <a:endParaRPr lang="en-US"/>
        </a:p>
      </dgm:t>
    </dgm:pt>
    <dgm:pt modelId="{DC13C5BD-C24E-47F2-9DC4-216454BD6744}" type="parTrans" cxnId="{C02DDFDB-A4D6-40D9-92C3-3A07D56E40D2}">
      <dgm:prSet/>
      <dgm:spPr/>
      <dgm:t>
        <a:bodyPr/>
        <a:lstStyle/>
        <a:p>
          <a:endParaRPr lang="en-US"/>
        </a:p>
      </dgm:t>
    </dgm:pt>
    <dgm:pt modelId="{98D81B79-93B4-46E4-BF32-11FED76CD680}">
      <dgm:prSet phldr="0"/>
      <dgm:spPr/>
      <dgm:t>
        <a:bodyPr/>
        <a:lstStyle/>
        <a:p>
          <a:r>
            <a:rPr lang="en-US" noProof="1"/>
            <a:t>Build strictly to the approved design.</a:t>
          </a:r>
          <a:endParaRPr lang="en-US"/>
        </a:p>
      </dgm:t>
    </dgm:pt>
    <dgm:pt modelId="{A43D7BC1-70B3-48C3-9CB8-0557F86F5302}" type="sibTrans" cxnId="{373B7774-2AA7-41F8-BACA-3F672E4E0773}">
      <dgm:prSet/>
      <dgm:spPr/>
      <dgm:t>
        <a:bodyPr/>
        <a:lstStyle/>
        <a:p>
          <a:endParaRPr lang="en-US"/>
        </a:p>
      </dgm:t>
    </dgm:pt>
    <dgm:pt modelId="{6076C2DE-3E56-49F1-B36B-80259086D95A}" type="parTrans" cxnId="{373B7774-2AA7-41F8-BACA-3F672E4E0773}">
      <dgm:prSet/>
      <dgm:spPr/>
      <dgm:t>
        <a:bodyPr/>
        <a:lstStyle/>
        <a:p>
          <a:endParaRPr lang="en-US"/>
        </a:p>
      </dgm:t>
    </dgm:pt>
    <dgm:pt modelId="{1F71E236-6802-49B5-850E-324316956AC0}">
      <dgm:prSet phldr="0"/>
      <dgm:spPr/>
      <dgm:t>
        <a:bodyPr/>
        <a:lstStyle/>
        <a:p>
          <a:pPr>
            <a:defRPr b="1"/>
          </a:pPr>
          <a:r>
            <a:rPr lang="en-US"/>
            <a:t>Verification</a:t>
          </a:r>
        </a:p>
      </dgm:t>
    </dgm:pt>
    <dgm:pt modelId="{B078E1D7-8023-4BF3-A47D-D44ED1AA3C5E}" type="sibTrans" cxnId="{C9484846-BBEA-42A7-A6D2-81F2779CFBD5}">
      <dgm:prSet/>
      <dgm:spPr/>
      <dgm:t>
        <a:bodyPr/>
        <a:lstStyle/>
        <a:p>
          <a:endParaRPr lang="en-US"/>
        </a:p>
      </dgm:t>
    </dgm:pt>
    <dgm:pt modelId="{3356DA36-6C5C-4994-88ED-6936E7AF13AC}" type="parTrans" cxnId="{C9484846-BBEA-42A7-A6D2-81F2779CFBD5}">
      <dgm:prSet/>
      <dgm:spPr/>
      <dgm:t>
        <a:bodyPr/>
        <a:lstStyle/>
        <a:p>
          <a:endParaRPr lang="en-US"/>
        </a:p>
      </dgm:t>
    </dgm:pt>
    <dgm:pt modelId="{5D83B56C-2A45-4F88-B739-E5A2C5DA28C2}">
      <dgm:prSet phldr="0"/>
      <dgm:spPr/>
      <dgm:t>
        <a:bodyPr/>
        <a:lstStyle/>
        <a:p>
          <a:r>
            <a:rPr lang="en-US" noProof="1"/>
            <a:t>Test against requirements; late rework is expensive.</a:t>
          </a:r>
          <a:endParaRPr lang="en-US"/>
        </a:p>
      </dgm:t>
    </dgm:pt>
    <dgm:pt modelId="{E5021849-C0FC-4F60-8820-062E7EFB2F47}" type="sibTrans" cxnId="{E43F26AC-4C1A-4B16-91F4-AC6D947BDEE8}">
      <dgm:prSet/>
      <dgm:spPr/>
      <dgm:t>
        <a:bodyPr/>
        <a:lstStyle/>
        <a:p>
          <a:endParaRPr lang="en-US"/>
        </a:p>
      </dgm:t>
    </dgm:pt>
    <dgm:pt modelId="{207B7C0A-A5E0-4251-82A9-8E69880662D7}" type="parTrans" cxnId="{E43F26AC-4C1A-4B16-91F4-AC6D947BDEE8}">
      <dgm:prSet/>
      <dgm:spPr/>
      <dgm:t>
        <a:bodyPr/>
        <a:lstStyle/>
        <a:p>
          <a:endParaRPr lang="en-US"/>
        </a:p>
      </dgm:t>
    </dgm:pt>
    <dgm:pt modelId="{048C7999-EC42-4FBE-ADA0-A057DE7E40C9}">
      <dgm:prSet phldr="0"/>
      <dgm:spPr/>
      <dgm:t>
        <a:bodyPr/>
        <a:lstStyle/>
        <a:p>
          <a:pPr>
            <a:defRPr b="1"/>
          </a:pPr>
          <a:r>
            <a:rPr lang="en-US"/>
            <a:t>Maintenance</a:t>
          </a:r>
        </a:p>
      </dgm:t>
    </dgm:pt>
    <dgm:pt modelId="{1C9CFE46-FD89-4B13-97EB-8F5440AF3EE9}" type="sibTrans" cxnId="{14CDF5B4-9FBE-48C0-9C23-A47A6CE728C0}">
      <dgm:prSet/>
      <dgm:spPr/>
      <dgm:t>
        <a:bodyPr/>
        <a:lstStyle/>
        <a:p>
          <a:endParaRPr lang="en-US"/>
        </a:p>
      </dgm:t>
    </dgm:pt>
    <dgm:pt modelId="{613CE409-8ADD-4EB4-98A3-FCD407EB15BB}" type="parTrans" cxnId="{14CDF5B4-9FBE-48C0-9C23-A47A6CE728C0}">
      <dgm:prSet/>
      <dgm:spPr/>
      <dgm:t>
        <a:bodyPr/>
        <a:lstStyle/>
        <a:p>
          <a:endParaRPr lang="en-US"/>
        </a:p>
      </dgm:t>
    </dgm:pt>
    <dgm:pt modelId="{292F0BB5-7821-4A64-9F89-E6860CB3DE82}" type="pres">
      <dgm:prSet presAssocID="{05964AFE-B8B7-4D51-872E-30CCDA62F8E4}" presName="root" presStyleCnt="0">
        <dgm:presLayoutVars>
          <dgm:chMax/>
          <dgm:chPref/>
          <dgm:animLvl val="lvl"/>
        </dgm:presLayoutVars>
      </dgm:prSet>
      <dgm:spPr/>
    </dgm:pt>
    <dgm:pt modelId="{700EB61A-D64C-47C5-B81A-A135462C01D1}" type="pres">
      <dgm:prSet presAssocID="{05964AFE-B8B7-4D51-872E-30CCDA62F8E4}" presName="divider" presStyleLbl="fgAcc1" presStyleIdx="0" presStyleCnt="1"/>
      <dgm:spPr>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gm:spPr>
    </dgm:pt>
    <dgm:pt modelId="{4D002711-64C3-423C-BE10-E05226EA54C2}" type="pres">
      <dgm:prSet presAssocID="{05964AFE-B8B7-4D51-872E-30CCDA62F8E4}" presName="nodes" presStyleCnt="0">
        <dgm:presLayoutVars>
          <dgm:chMax/>
          <dgm:chPref/>
          <dgm:animLvl val="lvl"/>
        </dgm:presLayoutVars>
      </dgm:prSet>
      <dgm:spPr/>
    </dgm:pt>
    <dgm:pt modelId="{DBCB997D-9635-4047-9CE8-757B20E85702}" type="pres">
      <dgm:prSet presAssocID="{24A35684-4BB5-4C21-86C3-653FA0EE406D}" presName="composite" presStyleCnt="0"/>
      <dgm:spPr/>
    </dgm:pt>
    <dgm:pt modelId="{03B3F071-D6F1-49F1-8DFC-9446ADD0651B}" type="pres">
      <dgm:prSet presAssocID="{24A35684-4BB5-4C21-86C3-653FA0EE406D}" presName="ConnectorPoint" presStyleLbl="lnNode1" presStyleIdx="0" presStyleCnt="5"/>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936CF7D5-18AF-4010-B3F2-8767DBE5A032}" type="pres">
      <dgm:prSet presAssocID="{24A35684-4BB5-4C21-86C3-653FA0EE406D}" presName="DropPinPlaceHolder" presStyleCnt="0"/>
      <dgm:spPr/>
    </dgm:pt>
    <dgm:pt modelId="{3E0F7D90-1746-4345-BE6E-655132B8B81A}" type="pres">
      <dgm:prSet presAssocID="{24A35684-4BB5-4C21-86C3-653FA0EE406D}" presName="DropPin" presStyleLbl="revTx" presStyleIdx="0" presStyleCnt="15"/>
      <dgm:spPr/>
    </dgm:pt>
    <dgm:pt modelId="{B075B796-8118-4F47-B043-2AF061E6227C}" type="pres">
      <dgm:prSet presAssocID="{24A35684-4BB5-4C21-86C3-653FA0EE406D}" presName="Ellipse" presStyleLbl="node2" presStyleIdx="0" presStyleCnt="5"/>
      <dgm:spPr>
        <a:solidFill>
          <a:schemeClr val="accent4">
            <a:hueOff val="0"/>
            <a:satOff val="0"/>
            <a:lumOff val="0"/>
            <a:alphaOff val="0"/>
          </a:schemeClr>
        </a:solidFill>
        <a:ln w="12700" cap="flat" cmpd="sng" algn="ctr">
          <a:noFill/>
          <a:prstDash val="solid"/>
          <a:miter lim="800000"/>
        </a:ln>
        <a:effectLst/>
      </dgm:spPr>
    </dgm:pt>
    <dgm:pt modelId="{E727BC7C-941D-4B52-94FF-DA4EB2B3EFF2}" type="pres">
      <dgm:prSet presAssocID="{24A35684-4BB5-4C21-86C3-653FA0EE406D}" presName="L2TextContainer" presStyleLbl="revTx" presStyleIdx="1" presStyleCnt="15">
        <dgm:presLayoutVars>
          <dgm:bulletEnabled val="1"/>
        </dgm:presLayoutVars>
      </dgm:prSet>
      <dgm:spPr/>
    </dgm:pt>
    <dgm:pt modelId="{A1E264C6-C191-4136-A951-DA670F270BF0}" type="pres">
      <dgm:prSet presAssocID="{24A35684-4BB5-4C21-86C3-653FA0EE406D}" presName="L1TextContainer" presStyleLbl="revTx" presStyleIdx="2" presStyleCnt="15">
        <dgm:presLayoutVars>
          <dgm:chMax val="1"/>
          <dgm:chPref val="1"/>
          <dgm:bulletEnabled val="1"/>
        </dgm:presLayoutVars>
      </dgm:prSet>
      <dgm:spPr/>
    </dgm:pt>
    <dgm:pt modelId="{3A918686-5EA8-4AB9-AE5E-6D898B0A99BD}" type="pres">
      <dgm:prSet presAssocID="{24A35684-4BB5-4C21-86C3-653FA0EE406D}" presName="ConnectLine" presStyleLbl="sibTrans1D1" presStyleIdx="0" presStyleCnt="5"/>
      <dgm:spPr/>
    </dgm:pt>
    <dgm:pt modelId="{00C7038F-A4CF-4E16-ADD9-FD443DCB1C14}" type="pres">
      <dgm:prSet presAssocID="{24A35684-4BB5-4C21-86C3-653FA0EE406D}" presName="EmptyPlaceHolder" presStyleCnt="0"/>
      <dgm:spPr/>
    </dgm:pt>
    <dgm:pt modelId="{569B2A77-D2D2-4F97-8090-5D5C8E1C1ACB}" type="pres">
      <dgm:prSet presAssocID="{AE6418BD-E50B-44E1-9339-BC6F7F9B6777}" presName="spaceBetweenRectangles" presStyleCnt="0"/>
      <dgm:spPr/>
    </dgm:pt>
    <dgm:pt modelId="{E7803200-8701-455F-9177-61D8296669B2}" type="pres">
      <dgm:prSet presAssocID="{B8D0C732-BA0A-49D0-BD7C-972E7E503D0E}" presName="composite" presStyleCnt="0"/>
      <dgm:spPr/>
    </dgm:pt>
    <dgm:pt modelId="{5CB0DBD2-1226-4346-954F-B4B0EB516700}" type="pres">
      <dgm:prSet presAssocID="{B8D0C732-BA0A-49D0-BD7C-972E7E503D0E}" presName="ConnectorPoint" presStyleLbl="lnNode1" presStyleIdx="1" presStyleCnt="5"/>
      <dgm:spPr>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gm:spPr>
    </dgm:pt>
    <dgm:pt modelId="{BA40C491-BEFB-4B01-8F96-8304A5502810}" type="pres">
      <dgm:prSet presAssocID="{B8D0C732-BA0A-49D0-BD7C-972E7E503D0E}" presName="DropPinPlaceHolder" presStyleCnt="0"/>
      <dgm:spPr/>
    </dgm:pt>
    <dgm:pt modelId="{47523513-3D06-42F3-9C99-8C09288D9872}" type="pres">
      <dgm:prSet presAssocID="{B8D0C732-BA0A-49D0-BD7C-972E7E503D0E}" presName="DropPin" presStyleLbl="revTx" presStyleIdx="3" presStyleCnt="15"/>
      <dgm:spPr/>
    </dgm:pt>
    <dgm:pt modelId="{5B3C50C0-6895-43FF-A705-165C7C52382A}" type="pres">
      <dgm:prSet presAssocID="{B8D0C732-BA0A-49D0-BD7C-972E7E503D0E}" presName="Ellipse" presStyleLbl="node2" presStyleIdx="1" presStyleCnt="5"/>
      <dgm:spPr>
        <a:solidFill>
          <a:schemeClr val="accent4">
            <a:hueOff val="0"/>
            <a:satOff val="0"/>
            <a:lumOff val="0"/>
            <a:alphaOff val="0"/>
          </a:schemeClr>
        </a:solidFill>
        <a:ln w="12700" cap="flat" cmpd="sng" algn="ctr">
          <a:noFill/>
          <a:prstDash val="solid"/>
          <a:miter lim="800000"/>
        </a:ln>
        <a:effectLst/>
      </dgm:spPr>
    </dgm:pt>
    <dgm:pt modelId="{4905A939-A8CC-4325-89CA-86E8103DDCF1}" type="pres">
      <dgm:prSet presAssocID="{B8D0C732-BA0A-49D0-BD7C-972E7E503D0E}" presName="L2TextContainer" presStyleLbl="revTx" presStyleIdx="4" presStyleCnt="15">
        <dgm:presLayoutVars>
          <dgm:bulletEnabled val="1"/>
        </dgm:presLayoutVars>
      </dgm:prSet>
      <dgm:spPr/>
    </dgm:pt>
    <dgm:pt modelId="{103EE9D7-7DFB-4919-9FA4-CFDE1952230E}" type="pres">
      <dgm:prSet presAssocID="{B8D0C732-BA0A-49D0-BD7C-972E7E503D0E}" presName="L1TextContainer" presStyleLbl="revTx" presStyleIdx="5" presStyleCnt="15">
        <dgm:presLayoutVars>
          <dgm:chMax val="1"/>
          <dgm:chPref val="1"/>
          <dgm:bulletEnabled val="1"/>
        </dgm:presLayoutVars>
      </dgm:prSet>
      <dgm:spPr/>
    </dgm:pt>
    <dgm:pt modelId="{128155D9-7F5C-4D06-8F1A-9246733E203B}" type="pres">
      <dgm:prSet presAssocID="{B8D0C732-BA0A-49D0-BD7C-972E7E503D0E}" presName="ConnectLine" presStyleLbl="sibTrans1D1" presStyleIdx="1" presStyleCnt="5"/>
      <dgm:spPr/>
    </dgm:pt>
    <dgm:pt modelId="{39730F6E-3BAB-4FC9-8290-B0978FFFB74B}" type="pres">
      <dgm:prSet presAssocID="{B8D0C732-BA0A-49D0-BD7C-972E7E503D0E}" presName="EmptyPlaceHolder" presStyleCnt="0"/>
      <dgm:spPr/>
    </dgm:pt>
    <dgm:pt modelId="{B14D54BE-0E45-4A0C-B4EA-0FB4D380252B}" type="pres">
      <dgm:prSet presAssocID="{1CB58621-F6AB-46FA-9228-3DE2E76C5E68}" presName="spaceBetweenRectangles" presStyleCnt="0"/>
      <dgm:spPr/>
    </dgm:pt>
    <dgm:pt modelId="{5C540CD3-6AE4-4E5E-ACCE-12294936E596}" type="pres">
      <dgm:prSet presAssocID="{ACFCB059-0B4F-40F6-8D40-39A608B91A12}" presName="composite" presStyleCnt="0"/>
      <dgm:spPr/>
    </dgm:pt>
    <dgm:pt modelId="{6DA18619-C382-4A08-A970-6A0E96824674}" type="pres">
      <dgm:prSet presAssocID="{ACFCB059-0B4F-40F6-8D40-39A608B91A12}" presName="ConnectorPoint" presStyleLbl="lnNode1" presStyleIdx="2" presStyleCnt="5"/>
      <dgm:spPr>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gm:spPr>
    </dgm:pt>
    <dgm:pt modelId="{2E012B52-51DE-4175-B6A6-314F1B401604}" type="pres">
      <dgm:prSet presAssocID="{ACFCB059-0B4F-40F6-8D40-39A608B91A12}" presName="DropPinPlaceHolder" presStyleCnt="0"/>
      <dgm:spPr/>
    </dgm:pt>
    <dgm:pt modelId="{4A9EA0A2-E81C-4D36-81D8-837B3E4FEC08}" type="pres">
      <dgm:prSet presAssocID="{ACFCB059-0B4F-40F6-8D40-39A608B91A12}" presName="DropPin" presStyleLbl="revTx" presStyleIdx="6" presStyleCnt="15"/>
      <dgm:spPr/>
    </dgm:pt>
    <dgm:pt modelId="{AEE9EF59-1265-41DF-91D0-3723A59632B4}" type="pres">
      <dgm:prSet presAssocID="{ACFCB059-0B4F-40F6-8D40-39A608B91A12}" presName="Ellipse" presStyleLbl="node2" presStyleIdx="2" presStyleCnt="5"/>
      <dgm:spPr>
        <a:solidFill>
          <a:schemeClr val="accent4">
            <a:hueOff val="0"/>
            <a:satOff val="0"/>
            <a:lumOff val="0"/>
            <a:alphaOff val="0"/>
          </a:schemeClr>
        </a:solidFill>
        <a:ln w="12700" cap="flat" cmpd="sng" algn="ctr">
          <a:noFill/>
          <a:prstDash val="solid"/>
          <a:miter lim="800000"/>
        </a:ln>
        <a:effectLst/>
      </dgm:spPr>
    </dgm:pt>
    <dgm:pt modelId="{029F35EA-7F43-40B6-BAFC-EB699AAB202A}" type="pres">
      <dgm:prSet presAssocID="{ACFCB059-0B4F-40F6-8D40-39A608B91A12}" presName="L2TextContainer" presStyleLbl="revTx" presStyleIdx="7" presStyleCnt="15">
        <dgm:presLayoutVars>
          <dgm:bulletEnabled val="1"/>
        </dgm:presLayoutVars>
      </dgm:prSet>
      <dgm:spPr/>
    </dgm:pt>
    <dgm:pt modelId="{7C14F580-B0F8-4C2B-A59B-CD2F07E06C09}" type="pres">
      <dgm:prSet presAssocID="{ACFCB059-0B4F-40F6-8D40-39A608B91A12}" presName="L1TextContainer" presStyleLbl="revTx" presStyleIdx="8" presStyleCnt="15">
        <dgm:presLayoutVars>
          <dgm:chMax val="1"/>
          <dgm:chPref val="1"/>
          <dgm:bulletEnabled val="1"/>
        </dgm:presLayoutVars>
      </dgm:prSet>
      <dgm:spPr/>
    </dgm:pt>
    <dgm:pt modelId="{B53F15A4-2F3B-4F35-97D8-9B06968155B8}" type="pres">
      <dgm:prSet presAssocID="{ACFCB059-0B4F-40F6-8D40-39A608B91A12}" presName="ConnectLine" presStyleLbl="sibTrans1D1" presStyleIdx="2" presStyleCnt="5"/>
      <dgm:spPr/>
    </dgm:pt>
    <dgm:pt modelId="{52B02A29-341A-4AA8-84AE-76B8074BB0FA}" type="pres">
      <dgm:prSet presAssocID="{ACFCB059-0B4F-40F6-8D40-39A608B91A12}" presName="EmptyPlaceHolder" presStyleCnt="0"/>
      <dgm:spPr/>
    </dgm:pt>
    <dgm:pt modelId="{EC3F95CE-85E7-4F60-98D2-119ADC5961E0}" type="pres">
      <dgm:prSet presAssocID="{8D921CA9-2849-4A86-AA22-03B30EE77201}" presName="spaceBetweenRectangles" presStyleCnt="0"/>
      <dgm:spPr/>
    </dgm:pt>
    <dgm:pt modelId="{743D4437-1F1D-431F-8657-12C585580CAB}" type="pres">
      <dgm:prSet presAssocID="{1F71E236-6802-49B5-850E-324316956AC0}" presName="composite" presStyleCnt="0"/>
      <dgm:spPr/>
    </dgm:pt>
    <dgm:pt modelId="{F312245D-AE0B-47E0-92F3-38754BBB9F27}" type="pres">
      <dgm:prSet presAssocID="{1F71E236-6802-49B5-850E-324316956AC0}" presName="ConnectorPoint" presStyleLbl="lnNode1" presStyleIdx="3" presStyleCnt="5"/>
      <dgm:spPr>
        <a:solidFill>
          <a:schemeClr val="accent3">
            <a:hueOff val="-669517"/>
            <a:satOff val="20430"/>
            <a:lumOff val="2157"/>
            <a:alphaOff val="0"/>
          </a:schemeClr>
        </a:solidFill>
        <a:ln w="6350" cap="flat" cmpd="sng" algn="ctr">
          <a:solidFill>
            <a:schemeClr val="lt1">
              <a:hueOff val="0"/>
              <a:satOff val="0"/>
              <a:lumOff val="0"/>
              <a:alphaOff val="0"/>
            </a:schemeClr>
          </a:solidFill>
          <a:prstDash val="solid"/>
          <a:miter lim="800000"/>
        </a:ln>
        <a:effectLst/>
      </dgm:spPr>
    </dgm:pt>
    <dgm:pt modelId="{CCA0BC69-5D00-47DD-BBBC-B17001AEC6EA}" type="pres">
      <dgm:prSet presAssocID="{1F71E236-6802-49B5-850E-324316956AC0}" presName="DropPinPlaceHolder" presStyleCnt="0"/>
      <dgm:spPr/>
    </dgm:pt>
    <dgm:pt modelId="{8A99C932-343E-429F-8E0E-E83C23E4A4DB}" type="pres">
      <dgm:prSet presAssocID="{1F71E236-6802-49B5-850E-324316956AC0}" presName="DropPin" presStyleLbl="revTx" presStyleIdx="9" presStyleCnt="15"/>
      <dgm:spPr/>
    </dgm:pt>
    <dgm:pt modelId="{C0FEC869-D7F3-4582-B2C6-B78056273345}" type="pres">
      <dgm:prSet presAssocID="{1F71E236-6802-49B5-850E-324316956AC0}" presName="Ellipse" presStyleLbl="node2" presStyleIdx="3" presStyleCnt="5"/>
      <dgm:spPr>
        <a:solidFill>
          <a:schemeClr val="accent4">
            <a:hueOff val="0"/>
            <a:satOff val="0"/>
            <a:lumOff val="0"/>
            <a:alphaOff val="0"/>
          </a:schemeClr>
        </a:solidFill>
        <a:ln w="12700" cap="flat" cmpd="sng" algn="ctr">
          <a:noFill/>
          <a:prstDash val="solid"/>
          <a:miter lim="800000"/>
        </a:ln>
        <a:effectLst/>
      </dgm:spPr>
    </dgm:pt>
    <dgm:pt modelId="{EED748F2-957A-4B81-A85D-ACA737E39AE3}" type="pres">
      <dgm:prSet presAssocID="{1F71E236-6802-49B5-850E-324316956AC0}" presName="L2TextContainer" presStyleLbl="revTx" presStyleIdx="10" presStyleCnt="15">
        <dgm:presLayoutVars>
          <dgm:bulletEnabled val="1"/>
        </dgm:presLayoutVars>
      </dgm:prSet>
      <dgm:spPr/>
    </dgm:pt>
    <dgm:pt modelId="{2C3732A5-E55A-492B-943B-73F2A3971F48}" type="pres">
      <dgm:prSet presAssocID="{1F71E236-6802-49B5-850E-324316956AC0}" presName="L1TextContainer" presStyleLbl="revTx" presStyleIdx="11" presStyleCnt="15">
        <dgm:presLayoutVars>
          <dgm:chMax val="1"/>
          <dgm:chPref val="1"/>
          <dgm:bulletEnabled val="1"/>
        </dgm:presLayoutVars>
      </dgm:prSet>
      <dgm:spPr/>
    </dgm:pt>
    <dgm:pt modelId="{68BE8F0C-5CC5-4AE4-811D-8D3363962702}" type="pres">
      <dgm:prSet presAssocID="{1F71E236-6802-49B5-850E-324316956AC0}" presName="ConnectLine" presStyleLbl="sibTrans1D1" presStyleIdx="3" presStyleCnt="5"/>
      <dgm:spPr/>
    </dgm:pt>
    <dgm:pt modelId="{7E0C43A5-925D-43CD-8938-B91D271A18F3}" type="pres">
      <dgm:prSet presAssocID="{1F71E236-6802-49B5-850E-324316956AC0}" presName="EmptyPlaceHolder" presStyleCnt="0"/>
      <dgm:spPr/>
    </dgm:pt>
    <dgm:pt modelId="{5A40B2B6-FB95-44AC-9563-E423F7B87E2B}" type="pres">
      <dgm:prSet presAssocID="{B078E1D7-8023-4BF3-A47D-D44ED1AA3C5E}" presName="spaceBetweenRectangles" presStyleCnt="0"/>
      <dgm:spPr/>
    </dgm:pt>
    <dgm:pt modelId="{905F7EC4-4BBA-422C-840B-16FBBB6DB6B8}" type="pres">
      <dgm:prSet presAssocID="{048C7999-EC42-4FBE-ADA0-A057DE7E40C9}" presName="composite" presStyleCnt="0"/>
      <dgm:spPr/>
    </dgm:pt>
    <dgm:pt modelId="{76922832-9DA3-44E9-B0FD-29CF4807318E}" type="pres">
      <dgm:prSet presAssocID="{048C7999-EC42-4FBE-ADA0-A057DE7E40C9}" presName="ConnectorPoint" presStyleLbl="lnNode1" presStyleIdx="4" presStyleCnt="5"/>
      <dgm:spPr>
        <a:solidFill>
          <a:schemeClr val="accent3">
            <a:hueOff val="-892689"/>
            <a:satOff val="27241"/>
            <a:lumOff val="2876"/>
            <a:alphaOff val="0"/>
          </a:schemeClr>
        </a:solidFill>
        <a:ln w="6350" cap="flat" cmpd="sng" algn="ctr">
          <a:solidFill>
            <a:schemeClr val="lt1">
              <a:hueOff val="0"/>
              <a:satOff val="0"/>
              <a:lumOff val="0"/>
              <a:alphaOff val="0"/>
            </a:schemeClr>
          </a:solidFill>
          <a:prstDash val="solid"/>
          <a:miter lim="800000"/>
        </a:ln>
        <a:effectLst/>
      </dgm:spPr>
    </dgm:pt>
    <dgm:pt modelId="{C79159A8-0363-40E5-8B82-BB1592934832}" type="pres">
      <dgm:prSet presAssocID="{048C7999-EC42-4FBE-ADA0-A057DE7E40C9}" presName="DropPinPlaceHolder" presStyleCnt="0"/>
      <dgm:spPr/>
    </dgm:pt>
    <dgm:pt modelId="{038DD435-43E5-44A2-8EA8-B29827451EFF}" type="pres">
      <dgm:prSet presAssocID="{048C7999-EC42-4FBE-ADA0-A057DE7E40C9}" presName="DropPin" presStyleLbl="revTx" presStyleIdx="12" presStyleCnt="15"/>
      <dgm:spPr/>
    </dgm:pt>
    <dgm:pt modelId="{0F547665-C689-40B2-B4CB-EFFB7A8A3334}" type="pres">
      <dgm:prSet presAssocID="{048C7999-EC42-4FBE-ADA0-A057DE7E40C9}" presName="Ellipse" presStyleLbl="node2" presStyleIdx="4" presStyleCnt="5"/>
      <dgm:spPr>
        <a:solidFill>
          <a:schemeClr val="accent4">
            <a:hueOff val="0"/>
            <a:satOff val="0"/>
            <a:lumOff val="0"/>
            <a:alphaOff val="0"/>
          </a:schemeClr>
        </a:solidFill>
        <a:ln w="12700" cap="flat" cmpd="sng" algn="ctr">
          <a:noFill/>
          <a:prstDash val="solid"/>
          <a:miter lim="800000"/>
        </a:ln>
        <a:effectLst/>
      </dgm:spPr>
    </dgm:pt>
    <dgm:pt modelId="{D0FCA78A-8D5D-46F6-9FD7-79C75D005858}" type="pres">
      <dgm:prSet presAssocID="{048C7999-EC42-4FBE-ADA0-A057DE7E40C9}" presName="L2TextContainer" presStyleLbl="revTx" presStyleIdx="13" presStyleCnt="15">
        <dgm:presLayoutVars>
          <dgm:bulletEnabled val="1"/>
        </dgm:presLayoutVars>
      </dgm:prSet>
      <dgm:spPr/>
    </dgm:pt>
    <dgm:pt modelId="{460F3918-F945-435F-B047-1810B8E7FB51}" type="pres">
      <dgm:prSet presAssocID="{048C7999-EC42-4FBE-ADA0-A057DE7E40C9}" presName="L1TextContainer" presStyleLbl="revTx" presStyleIdx="14" presStyleCnt="15">
        <dgm:presLayoutVars>
          <dgm:chMax val="1"/>
          <dgm:chPref val="1"/>
          <dgm:bulletEnabled val="1"/>
        </dgm:presLayoutVars>
      </dgm:prSet>
      <dgm:spPr/>
    </dgm:pt>
    <dgm:pt modelId="{70645E4F-E50A-4D3E-9954-62053738EE38}" type="pres">
      <dgm:prSet presAssocID="{048C7999-EC42-4FBE-ADA0-A057DE7E40C9}" presName="ConnectLine" presStyleLbl="sibTrans1D1" presStyleIdx="4" presStyleCnt="5"/>
      <dgm:spPr/>
    </dgm:pt>
    <dgm:pt modelId="{0347E7DA-0D67-4C20-803F-29DA4A0CE6BB}" type="pres">
      <dgm:prSet presAssocID="{048C7999-EC42-4FBE-ADA0-A057DE7E40C9}" presName="EmptyPlaceHolder" presStyleCnt="0"/>
      <dgm:spPr/>
    </dgm:pt>
  </dgm:ptLst>
  <dgm:cxnLst>
    <dgm:cxn modelId="{63CF6006-FC79-418C-91C8-1EBF8B465BEB}" srcId="{05964AFE-B8B7-4D51-872E-30CCDA62F8E4}" destId="{24A35684-4BB5-4C21-86C3-653FA0EE406D}" srcOrd="0" destOrd="0" parTransId="{AA4B4BD4-7D75-4E32-AA14-BB532636D0C6}" sibTransId="{AE6418BD-E50B-44E1-9339-BC6F7F9B6777}"/>
    <dgm:cxn modelId="{1446FA1A-4170-4982-9C6D-BA1FC7A158C5}" srcId="{B8D0C732-BA0A-49D0-BD7C-972E7E503D0E}" destId="{0DE847FD-7F52-4AF6-AB76-1AB972140B94}" srcOrd="0" destOrd="0" parTransId="{56BCB9F5-80EC-4796-95AB-BF9A07C28204}" sibTransId="{27D3867E-8747-4215-BE4D-D307E2432B8B}"/>
    <dgm:cxn modelId="{C9484846-BBEA-42A7-A6D2-81F2779CFBD5}" srcId="{05964AFE-B8B7-4D51-872E-30CCDA62F8E4}" destId="{1F71E236-6802-49B5-850E-324316956AC0}" srcOrd="3" destOrd="0" parTransId="{3356DA36-6C5C-4994-88ED-6936E7AF13AC}" sibTransId="{B078E1D7-8023-4BF3-A47D-D44ED1AA3C5E}"/>
    <dgm:cxn modelId="{C2C9CF6A-275B-4BCF-8F60-F6274C33979C}" type="presOf" srcId="{1F71E236-6802-49B5-850E-324316956AC0}" destId="{2C3732A5-E55A-492B-943B-73F2A3971F48}" srcOrd="0" destOrd="0" presId="urn:microsoft.com/office/officeart/2024/3/layout/BulletTimelineDefaultVariant"/>
    <dgm:cxn modelId="{373B7774-2AA7-41F8-BACA-3F672E4E0773}" srcId="{ACFCB059-0B4F-40F6-8D40-39A608B91A12}" destId="{98D81B79-93B4-46E4-BF32-11FED76CD680}" srcOrd="0" destOrd="0" parTransId="{6076C2DE-3E56-49F1-B36B-80259086D95A}" sibTransId="{A43D7BC1-70B3-48C3-9CB8-0557F86F5302}"/>
    <dgm:cxn modelId="{6BBB4D5A-D49E-4FBB-BDB5-974EF52B6BC9}" type="presOf" srcId="{FC2D2168-8973-44BC-959D-6434424C0962}" destId="{D0FCA78A-8D5D-46F6-9FD7-79C75D005858}" srcOrd="0" destOrd="0" presId="urn:microsoft.com/office/officeart/2024/3/layout/BulletTimelineDefaultVariant"/>
    <dgm:cxn modelId="{E6BE349A-6790-4B45-9DA7-C3795DCB8467}" srcId="{05964AFE-B8B7-4D51-872E-30CCDA62F8E4}" destId="{B8D0C732-BA0A-49D0-BD7C-972E7E503D0E}" srcOrd="1" destOrd="0" parTransId="{D14356C7-A4AC-4DA9-BF8A-2E9E28A11288}" sibTransId="{1CB58621-F6AB-46FA-9228-3DE2E76C5E68}"/>
    <dgm:cxn modelId="{15D102A4-9580-420B-8F1B-39728594354F}" srcId="{24A35684-4BB5-4C21-86C3-653FA0EE406D}" destId="{FC80653A-8AEF-4D56-AF9E-CF0E572C9B41}" srcOrd="0" destOrd="0" parTransId="{021D7B1A-C5C4-4D5A-8BC8-13A553C82AD8}" sibTransId="{9B080B57-DFC6-494E-B51C-FA77760BFC25}"/>
    <dgm:cxn modelId="{3D6A5BA5-3086-43DB-B8D2-355293FBAE45}" type="presOf" srcId="{ACFCB059-0B4F-40F6-8D40-39A608B91A12}" destId="{7C14F580-B0F8-4C2B-A59B-CD2F07E06C09}" srcOrd="0" destOrd="0" presId="urn:microsoft.com/office/officeart/2024/3/layout/BulletTimelineDefaultVariant"/>
    <dgm:cxn modelId="{B29B63A8-9B92-4F20-A54B-46DC5486122C}" srcId="{048C7999-EC42-4FBE-ADA0-A057DE7E40C9}" destId="{FC2D2168-8973-44BC-959D-6434424C0962}" srcOrd="0" destOrd="0" parTransId="{E4842333-CF7C-401A-8903-C8B66964A092}" sibTransId="{C891E2C8-94FF-43AC-A7F6-38BAC10AE749}"/>
    <dgm:cxn modelId="{7DF04BA8-E350-454A-B5F3-F91C74DCDAD2}" type="presOf" srcId="{B8D0C732-BA0A-49D0-BD7C-972E7E503D0E}" destId="{103EE9D7-7DFB-4919-9FA4-CFDE1952230E}" srcOrd="0" destOrd="0" presId="urn:microsoft.com/office/officeart/2024/3/layout/BulletTimelineDefaultVariant"/>
    <dgm:cxn modelId="{E43F26AC-4C1A-4B16-91F4-AC6D947BDEE8}" srcId="{1F71E236-6802-49B5-850E-324316956AC0}" destId="{5D83B56C-2A45-4F88-B739-E5A2C5DA28C2}" srcOrd="0" destOrd="0" parTransId="{207B7C0A-A5E0-4251-82A9-8E69880662D7}" sibTransId="{E5021849-C0FC-4F60-8820-062E7EFB2F47}"/>
    <dgm:cxn modelId="{14CDF5B4-9FBE-48C0-9C23-A47A6CE728C0}" srcId="{05964AFE-B8B7-4D51-872E-30CCDA62F8E4}" destId="{048C7999-EC42-4FBE-ADA0-A057DE7E40C9}" srcOrd="4" destOrd="0" parTransId="{613CE409-8ADD-4EB4-98A3-FCD407EB15BB}" sibTransId="{1C9CFE46-FD89-4B13-97EB-8F5440AF3EE9}"/>
    <dgm:cxn modelId="{E0BEFACC-CB8D-4300-B645-CE092ECB8D42}" type="presOf" srcId="{5D83B56C-2A45-4F88-B739-E5A2C5DA28C2}" destId="{EED748F2-957A-4B81-A85D-ACA737E39AE3}" srcOrd="0" destOrd="0" presId="urn:microsoft.com/office/officeart/2024/3/layout/BulletTimelineDefaultVariant"/>
    <dgm:cxn modelId="{541104D3-F289-4E05-8BF2-54BF8E7A27E5}" type="presOf" srcId="{048C7999-EC42-4FBE-ADA0-A057DE7E40C9}" destId="{460F3918-F945-435F-B047-1810B8E7FB51}" srcOrd="0" destOrd="0" presId="urn:microsoft.com/office/officeart/2024/3/layout/BulletTimelineDefaultVariant"/>
    <dgm:cxn modelId="{DC26DAD7-B233-4064-8A42-BC14BB609ABE}" type="presOf" srcId="{24A35684-4BB5-4C21-86C3-653FA0EE406D}" destId="{A1E264C6-C191-4136-A951-DA670F270BF0}" srcOrd="0" destOrd="0" presId="urn:microsoft.com/office/officeart/2024/3/layout/BulletTimelineDefaultVariant"/>
    <dgm:cxn modelId="{C02DDFDB-A4D6-40D9-92C3-3A07D56E40D2}" srcId="{05964AFE-B8B7-4D51-872E-30CCDA62F8E4}" destId="{ACFCB059-0B4F-40F6-8D40-39A608B91A12}" srcOrd="2" destOrd="0" parTransId="{DC13C5BD-C24E-47F2-9DC4-216454BD6744}" sibTransId="{8D921CA9-2849-4A86-AA22-03B30EE77201}"/>
    <dgm:cxn modelId="{17F372E0-1621-4053-9743-B58D784B4E78}" type="presOf" srcId="{98D81B79-93B4-46E4-BF32-11FED76CD680}" destId="{029F35EA-7F43-40B6-BAFC-EB699AAB202A}" srcOrd="0" destOrd="0" presId="urn:microsoft.com/office/officeart/2024/3/layout/BulletTimelineDefaultVariant"/>
    <dgm:cxn modelId="{679AD0E5-F2DA-4E80-850E-B478A921BC72}" type="presOf" srcId="{05964AFE-B8B7-4D51-872E-30CCDA62F8E4}" destId="{292F0BB5-7821-4A64-9F89-E6860CB3DE82}" srcOrd="0" destOrd="0" presId="urn:microsoft.com/office/officeart/2024/3/layout/BulletTimelineDefaultVariant"/>
    <dgm:cxn modelId="{8B799FF4-497B-4829-A207-3386AA57CBBC}" type="presOf" srcId="{0DE847FD-7F52-4AF6-AB76-1AB972140B94}" destId="{4905A939-A8CC-4325-89CA-86E8103DDCF1}" srcOrd="0" destOrd="0" presId="urn:microsoft.com/office/officeart/2024/3/layout/BulletTimelineDefaultVariant"/>
    <dgm:cxn modelId="{4DAAC1FC-D438-4C92-BE64-1DA4969CB975}" type="presOf" srcId="{FC80653A-8AEF-4D56-AF9E-CF0E572C9B41}" destId="{E727BC7C-941D-4B52-94FF-DA4EB2B3EFF2}" srcOrd="0" destOrd="0" presId="urn:microsoft.com/office/officeart/2024/3/layout/BulletTimelineDefaultVariant"/>
    <dgm:cxn modelId="{70214FCF-D97C-44A2-940F-093C6AEF8CDD}" type="presParOf" srcId="{292F0BB5-7821-4A64-9F89-E6860CB3DE82}" destId="{700EB61A-D64C-47C5-B81A-A135462C01D1}" srcOrd="0" destOrd="0" presId="urn:microsoft.com/office/officeart/2024/3/layout/BulletTimelineDefaultVariant"/>
    <dgm:cxn modelId="{56135C23-5831-49D3-A165-4B3D2E599E47}" type="presParOf" srcId="{292F0BB5-7821-4A64-9F89-E6860CB3DE82}" destId="{4D002711-64C3-423C-BE10-E05226EA54C2}" srcOrd="1" destOrd="0" presId="urn:microsoft.com/office/officeart/2024/3/layout/BulletTimelineDefaultVariant"/>
    <dgm:cxn modelId="{663AC837-AAA4-448E-B1E7-93621DC47065}" type="presParOf" srcId="{4D002711-64C3-423C-BE10-E05226EA54C2}" destId="{DBCB997D-9635-4047-9CE8-757B20E85702}" srcOrd="0" destOrd="0" presId="urn:microsoft.com/office/officeart/2024/3/layout/BulletTimelineDefaultVariant"/>
    <dgm:cxn modelId="{7A6BE3F8-819F-4162-A9EC-393FBDE79C47}" type="presParOf" srcId="{DBCB997D-9635-4047-9CE8-757B20E85702}" destId="{03B3F071-D6F1-49F1-8DFC-9446ADD0651B}" srcOrd="0" destOrd="0" presId="urn:microsoft.com/office/officeart/2024/3/layout/BulletTimelineDefaultVariant"/>
    <dgm:cxn modelId="{347ED2CF-3596-4AE6-A5EA-2056FBF84EDE}" type="presParOf" srcId="{DBCB997D-9635-4047-9CE8-757B20E85702}" destId="{936CF7D5-18AF-4010-B3F2-8767DBE5A032}" srcOrd="1" destOrd="0" presId="urn:microsoft.com/office/officeart/2024/3/layout/BulletTimelineDefaultVariant"/>
    <dgm:cxn modelId="{1DDE49F8-4625-4E51-A74A-68E6293A987A}" type="presParOf" srcId="{936CF7D5-18AF-4010-B3F2-8767DBE5A032}" destId="{3E0F7D90-1746-4345-BE6E-655132B8B81A}" srcOrd="0" destOrd="0" presId="urn:microsoft.com/office/officeart/2024/3/layout/BulletTimelineDefaultVariant"/>
    <dgm:cxn modelId="{F93B355D-DA70-4D02-B91D-86F96016057F}" type="presParOf" srcId="{936CF7D5-18AF-4010-B3F2-8767DBE5A032}" destId="{B075B796-8118-4F47-B043-2AF061E6227C}" srcOrd="1" destOrd="0" presId="urn:microsoft.com/office/officeart/2024/3/layout/BulletTimelineDefaultVariant"/>
    <dgm:cxn modelId="{B3C06BB7-208B-4470-A968-CDA360E466F8}" type="presParOf" srcId="{DBCB997D-9635-4047-9CE8-757B20E85702}" destId="{E727BC7C-941D-4B52-94FF-DA4EB2B3EFF2}" srcOrd="2" destOrd="0" presId="urn:microsoft.com/office/officeart/2024/3/layout/BulletTimelineDefaultVariant"/>
    <dgm:cxn modelId="{BCF3B794-E19F-404B-BFB8-57695B112F05}" type="presParOf" srcId="{DBCB997D-9635-4047-9CE8-757B20E85702}" destId="{A1E264C6-C191-4136-A951-DA670F270BF0}" srcOrd="3" destOrd="0" presId="urn:microsoft.com/office/officeart/2024/3/layout/BulletTimelineDefaultVariant"/>
    <dgm:cxn modelId="{2A6F36AB-6E9C-48C3-9138-62473CFC7172}" type="presParOf" srcId="{DBCB997D-9635-4047-9CE8-757B20E85702}" destId="{3A918686-5EA8-4AB9-AE5E-6D898B0A99BD}" srcOrd="4" destOrd="0" presId="urn:microsoft.com/office/officeart/2024/3/layout/BulletTimelineDefaultVariant"/>
    <dgm:cxn modelId="{842055E5-4CD5-4FD5-BE0D-CB4BAA45C766}" type="presParOf" srcId="{DBCB997D-9635-4047-9CE8-757B20E85702}" destId="{00C7038F-A4CF-4E16-ADD9-FD443DCB1C14}" srcOrd="5" destOrd="0" presId="urn:microsoft.com/office/officeart/2024/3/layout/BulletTimelineDefaultVariant"/>
    <dgm:cxn modelId="{417F14D0-6382-44AB-9B39-0FE014BA214E}" type="presParOf" srcId="{4D002711-64C3-423C-BE10-E05226EA54C2}" destId="{569B2A77-D2D2-4F97-8090-5D5C8E1C1ACB}" srcOrd="1" destOrd="0" presId="urn:microsoft.com/office/officeart/2024/3/layout/BulletTimelineDefaultVariant"/>
    <dgm:cxn modelId="{BA9672C1-E373-48DC-A5F5-7674D3697553}" type="presParOf" srcId="{4D002711-64C3-423C-BE10-E05226EA54C2}" destId="{E7803200-8701-455F-9177-61D8296669B2}" srcOrd="2" destOrd="0" presId="urn:microsoft.com/office/officeart/2024/3/layout/BulletTimelineDefaultVariant"/>
    <dgm:cxn modelId="{E3C3C13A-C3EB-48C4-B57C-92A4668AAC06}" type="presParOf" srcId="{E7803200-8701-455F-9177-61D8296669B2}" destId="{5CB0DBD2-1226-4346-954F-B4B0EB516700}" srcOrd="0" destOrd="0" presId="urn:microsoft.com/office/officeart/2024/3/layout/BulletTimelineDefaultVariant"/>
    <dgm:cxn modelId="{6E4E3352-E851-4815-9820-D326D827953A}" type="presParOf" srcId="{E7803200-8701-455F-9177-61D8296669B2}" destId="{BA40C491-BEFB-4B01-8F96-8304A5502810}" srcOrd="1" destOrd="0" presId="urn:microsoft.com/office/officeart/2024/3/layout/BulletTimelineDefaultVariant"/>
    <dgm:cxn modelId="{15A3DA7F-BC6D-45A7-A74A-56A512EB313F}" type="presParOf" srcId="{BA40C491-BEFB-4B01-8F96-8304A5502810}" destId="{47523513-3D06-42F3-9C99-8C09288D9872}" srcOrd="0" destOrd="0" presId="urn:microsoft.com/office/officeart/2024/3/layout/BulletTimelineDefaultVariant"/>
    <dgm:cxn modelId="{B64F5836-69D8-42E9-A3E1-8E6D90060B96}" type="presParOf" srcId="{BA40C491-BEFB-4B01-8F96-8304A5502810}" destId="{5B3C50C0-6895-43FF-A705-165C7C52382A}" srcOrd="1" destOrd="0" presId="urn:microsoft.com/office/officeart/2024/3/layout/BulletTimelineDefaultVariant"/>
    <dgm:cxn modelId="{666DCC4E-5F3B-4560-A604-246683D21200}" type="presParOf" srcId="{E7803200-8701-455F-9177-61D8296669B2}" destId="{4905A939-A8CC-4325-89CA-86E8103DDCF1}" srcOrd="2" destOrd="0" presId="urn:microsoft.com/office/officeart/2024/3/layout/BulletTimelineDefaultVariant"/>
    <dgm:cxn modelId="{DD612492-DD31-44EE-A208-1F7963D04A50}" type="presParOf" srcId="{E7803200-8701-455F-9177-61D8296669B2}" destId="{103EE9D7-7DFB-4919-9FA4-CFDE1952230E}" srcOrd="3" destOrd="0" presId="urn:microsoft.com/office/officeart/2024/3/layout/BulletTimelineDefaultVariant"/>
    <dgm:cxn modelId="{273CAEDD-C53F-4827-8E41-CA39135B548A}" type="presParOf" srcId="{E7803200-8701-455F-9177-61D8296669B2}" destId="{128155D9-7F5C-4D06-8F1A-9246733E203B}" srcOrd="4" destOrd="0" presId="urn:microsoft.com/office/officeart/2024/3/layout/BulletTimelineDefaultVariant"/>
    <dgm:cxn modelId="{16988F94-5E90-494A-9278-D294F06FAD9B}" type="presParOf" srcId="{E7803200-8701-455F-9177-61D8296669B2}" destId="{39730F6E-3BAB-4FC9-8290-B0978FFFB74B}" srcOrd="5" destOrd="0" presId="urn:microsoft.com/office/officeart/2024/3/layout/BulletTimelineDefaultVariant"/>
    <dgm:cxn modelId="{E0C7F9CE-62D0-4091-9537-131B7A2F8F17}" type="presParOf" srcId="{4D002711-64C3-423C-BE10-E05226EA54C2}" destId="{B14D54BE-0E45-4A0C-B4EA-0FB4D380252B}" srcOrd="3" destOrd="0" presId="urn:microsoft.com/office/officeart/2024/3/layout/BulletTimelineDefaultVariant"/>
    <dgm:cxn modelId="{F1A60CD8-56D6-4F95-A561-EB809BCE4784}" type="presParOf" srcId="{4D002711-64C3-423C-BE10-E05226EA54C2}" destId="{5C540CD3-6AE4-4E5E-ACCE-12294936E596}" srcOrd="4" destOrd="0" presId="urn:microsoft.com/office/officeart/2024/3/layout/BulletTimelineDefaultVariant"/>
    <dgm:cxn modelId="{F4D61545-5F79-4B97-911F-028A6BEEECEA}" type="presParOf" srcId="{5C540CD3-6AE4-4E5E-ACCE-12294936E596}" destId="{6DA18619-C382-4A08-A970-6A0E96824674}" srcOrd="0" destOrd="0" presId="urn:microsoft.com/office/officeart/2024/3/layout/BulletTimelineDefaultVariant"/>
    <dgm:cxn modelId="{E4DA8C7D-939D-496D-BAE2-26BBA5459EA6}" type="presParOf" srcId="{5C540CD3-6AE4-4E5E-ACCE-12294936E596}" destId="{2E012B52-51DE-4175-B6A6-314F1B401604}" srcOrd="1" destOrd="0" presId="urn:microsoft.com/office/officeart/2024/3/layout/BulletTimelineDefaultVariant"/>
    <dgm:cxn modelId="{EEE56C47-E1AA-46C7-B216-C4BF93745ADD}" type="presParOf" srcId="{2E012B52-51DE-4175-B6A6-314F1B401604}" destId="{4A9EA0A2-E81C-4D36-81D8-837B3E4FEC08}" srcOrd="0" destOrd="0" presId="urn:microsoft.com/office/officeart/2024/3/layout/BulletTimelineDefaultVariant"/>
    <dgm:cxn modelId="{3E106B51-B566-458C-9F4F-CD112D57E150}" type="presParOf" srcId="{2E012B52-51DE-4175-B6A6-314F1B401604}" destId="{AEE9EF59-1265-41DF-91D0-3723A59632B4}" srcOrd="1" destOrd="0" presId="urn:microsoft.com/office/officeart/2024/3/layout/BulletTimelineDefaultVariant"/>
    <dgm:cxn modelId="{1480CB84-2744-4B18-8A13-1EBF59772522}" type="presParOf" srcId="{5C540CD3-6AE4-4E5E-ACCE-12294936E596}" destId="{029F35EA-7F43-40B6-BAFC-EB699AAB202A}" srcOrd="2" destOrd="0" presId="urn:microsoft.com/office/officeart/2024/3/layout/BulletTimelineDefaultVariant"/>
    <dgm:cxn modelId="{A5F7D126-F232-4B52-9973-5EEB6005A8AF}" type="presParOf" srcId="{5C540CD3-6AE4-4E5E-ACCE-12294936E596}" destId="{7C14F580-B0F8-4C2B-A59B-CD2F07E06C09}" srcOrd="3" destOrd="0" presId="urn:microsoft.com/office/officeart/2024/3/layout/BulletTimelineDefaultVariant"/>
    <dgm:cxn modelId="{2BD793AD-069A-4973-AB84-91E7C8525CBC}" type="presParOf" srcId="{5C540CD3-6AE4-4E5E-ACCE-12294936E596}" destId="{B53F15A4-2F3B-4F35-97D8-9B06968155B8}" srcOrd="4" destOrd="0" presId="urn:microsoft.com/office/officeart/2024/3/layout/BulletTimelineDefaultVariant"/>
    <dgm:cxn modelId="{987E0343-3FB9-436C-A2BB-E50E9E77ACEF}" type="presParOf" srcId="{5C540CD3-6AE4-4E5E-ACCE-12294936E596}" destId="{52B02A29-341A-4AA8-84AE-76B8074BB0FA}" srcOrd="5" destOrd="0" presId="urn:microsoft.com/office/officeart/2024/3/layout/BulletTimelineDefaultVariant"/>
    <dgm:cxn modelId="{E59C836D-B543-48D7-8E46-EAC5E3664221}" type="presParOf" srcId="{4D002711-64C3-423C-BE10-E05226EA54C2}" destId="{EC3F95CE-85E7-4F60-98D2-119ADC5961E0}" srcOrd="5" destOrd="0" presId="urn:microsoft.com/office/officeart/2024/3/layout/BulletTimelineDefaultVariant"/>
    <dgm:cxn modelId="{C4998DBD-67D1-4C45-9818-13F19A57178B}" type="presParOf" srcId="{4D002711-64C3-423C-BE10-E05226EA54C2}" destId="{743D4437-1F1D-431F-8657-12C585580CAB}" srcOrd="6" destOrd="0" presId="urn:microsoft.com/office/officeart/2024/3/layout/BulletTimelineDefaultVariant"/>
    <dgm:cxn modelId="{41310813-2286-4A19-A183-DBD76CD0A1A5}" type="presParOf" srcId="{743D4437-1F1D-431F-8657-12C585580CAB}" destId="{F312245D-AE0B-47E0-92F3-38754BBB9F27}" srcOrd="0" destOrd="0" presId="urn:microsoft.com/office/officeart/2024/3/layout/BulletTimelineDefaultVariant"/>
    <dgm:cxn modelId="{5EAFAEF0-C700-45EF-B255-D7DD71D3863F}" type="presParOf" srcId="{743D4437-1F1D-431F-8657-12C585580CAB}" destId="{CCA0BC69-5D00-47DD-BBBC-B17001AEC6EA}" srcOrd="1" destOrd="0" presId="urn:microsoft.com/office/officeart/2024/3/layout/BulletTimelineDefaultVariant"/>
    <dgm:cxn modelId="{BFB235A9-3720-46DE-BA28-4EB4D5479BA2}" type="presParOf" srcId="{CCA0BC69-5D00-47DD-BBBC-B17001AEC6EA}" destId="{8A99C932-343E-429F-8E0E-E83C23E4A4DB}" srcOrd="0" destOrd="0" presId="urn:microsoft.com/office/officeart/2024/3/layout/BulletTimelineDefaultVariant"/>
    <dgm:cxn modelId="{5E86211B-B11E-4887-9DEE-67C9E0C704B4}" type="presParOf" srcId="{CCA0BC69-5D00-47DD-BBBC-B17001AEC6EA}" destId="{C0FEC869-D7F3-4582-B2C6-B78056273345}" srcOrd="1" destOrd="0" presId="urn:microsoft.com/office/officeart/2024/3/layout/BulletTimelineDefaultVariant"/>
    <dgm:cxn modelId="{4B4ECCD4-AB54-4131-BF8F-14D8CB28AB51}" type="presParOf" srcId="{743D4437-1F1D-431F-8657-12C585580CAB}" destId="{EED748F2-957A-4B81-A85D-ACA737E39AE3}" srcOrd="2" destOrd="0" presId="urn:microsoft.com/office/officeart/2024/3/layout/BulletTimelineDefaultVariant"/>
    <dgm:cxn modelId="{B45C0D97-0863-4CCA-9667-A44080FBAD35}" type="presParOf" srcId="{743D4437-1F1D-431F-8657-12C585580CAB}" destId="{2C3732A5-E55A-492B-943B-73F2A3971F48}" srcOrd="3" destOrd="0" presId="urn:microsoft.com/office/officeart/2024/3/layout/BulletTimelineDefaultVariant"/>
    <dgm:cxn modelId="{9A85C3A0-4356-4725-9A29-5C7380EAA3CF}" type="presParOf" srcId="{743D4437-1F1D-431F-8657-12C585580CAB}" destId="{68BE8F0C-5CC5-4AE4-811D-8D3363962702}" srcOrd="4" destOrd="0" presId="urn:microsoft.com/office/officeart/2024/3/layout/BulletTimelineDefaultVariant"/>
    <dgm:cxn modelId="{71E086E8-CBAD-4DE3-A02C-8C91B7C4AF82}" type="presParOf" srcId="{743D4437-1F1D-431F-8657-12C585580CAB}" destId="{7E0C43A5-925D-43CD-8938-B91D271A18F3}" srcOrd="5" destOrd="0" presId="urn:microsoft.com/office/officeart/2024/3/layout/BulletTimelineDefaultVariant"/>
    <dgm:cxn modelId="{3ED970F0-5370-474E-8C58-4225E8FE9857}" type="presParOf" srcId="{4D002711-64C3-423C-BE10-E05226EA54C2}" destId="{5A40B2B6-FB95-44AC-9563-E423F7B87E2B}" srcOrd="7" destOrd="0" presId="urn:microsoft.com/office/officeart/2024/3/layout/BulletTimelineDefaultVariant"/>
    <dgm:cxn modelId="{883B051C-E1F1-4133-BEF6-D2D27A20B600}" type="presParOf" srcId="{4D002711-64C3-423C-BE10-E05226EA54C2}" destId="{905F7EC4-4BBA-422C-840B-16FBBB6DB6B8}" srcOrd="8" destOrd="0" presId="urn:microsoft.com/office/officeart/2024/3/layout/BulletTimelineDefaultVariant"/>
    <dgm:cxn modelId="{83E1638D-C786-42EF-82BB-325038491F3E}" type="presParOf" srcId="{905F7EC4-4BBA-422C-840B-16FBBB6DB6B8}" destId="{76922832-9DA3-44E9-B0FD-29CF4807318E}" srcOrd="0" destOrd="0" presId="urn:microsoft.com/office/officeart/2024/3/layout/BulletTimelineDefaultVariant"/>
    <dgm:cxn modelId="{ECF955B1-6D28-48CE-957B-0FB39AF8A399}" type="presParOf" srcId="{905F7EC4-4BBA-422C-840B-16FBBB6DB6B8}" destId="{C79159A8-0363-40E5-8B82-BB1592934832}" srcOrd="1" destOrd="0" presId="urn:microsoft.com/office/officeart/2024/3/layout/BulletTimelineDefaultVariant"/>
    <dgm:cxn modelId="{A38F9C64-17E0-4F25-8DEC-22102287B464}" type="presParOf" srcId="{C79159A8-0363-40E5-8B82-BB1592934832}" destId="{038DD435-43E5-44A2-8EA8-B29827451EFF}" srcOrd="0" destOrd="0" presId="urn:microsoft.com/office/officeart/2024/3/layout/BulletTimelineDefaultVariant"/>
    <dgm:cxn modelId="{1421DD1E-41F8-4D54-A58D-B1BCC4740125}" type="presParOf" srcId="{C79159A8-0363-40E5-8B82-BB1592934832}" destId="{0F547665-C689-40B2-B4CB-EFFB7A8A3334}" srcOrd="1" destOrd="0" presId="urn:microsoft.com/office/officeart/2024/3/layout/BulletTimelineDefaultVariant"/>
    <dgm:cxn modelId="{9542CA76-EF74-4CB2-AEA8-90F639ED2905}" type="presParOf" srcId="{905F7EC4-4BBA-422C-840B-16FBBB6DB6B8}" destId="{D0FCA78A-8D5D-46F6-9FD7-79C75D005858}" srcOrd="2" destOrd="0" presId="urn:microsoft.com/office/officeart/2024/3/layout/BulletTimelineDefaultVariant"/>
    <dgm:cxn modelId="{E3EAE540-7A9F-4CCF-90E7-1489398E9F15}" type="presParOf" srcId="{905F7EC4-4BBA-422C-840B-16FBBB6DB6B8}" destId="{460F3918-F945-435F-B047-1810B8E7FB51}" srcOrd="3" destOrd="0" presId="urn:microsoft.com/office/officeart/2024/3/layout/BulletTimelineDefaultVariant"/>
    <dgm:cxn modelId="{7A3F5979-1B84-496F-A89D-8FD29CAC888F}" type="presParOf" srcId="{905F7EC4-4BBA-422C-840B-16FBBB6DB6B8}" destId="{70645E4F-E50A-4D3E-9954-62053738EE38}" srcOrd="4" destOrd="0" presId="urn:microsoft.com/office/officeart/2024/3/layout/BulletTimelineDefaultVariant"/>
    <dgm:cxn modelId="{7BD7289A-C4A0-44A9-81E2-EAC44E26F72C}" type="presParOf" srcId="{905F7EC4-4BBA-422C-840B-16FBBB6DB6B8}" destId="{0347E7DA-0D67-4C20-803F-29DA4A0CE6BB}" srcOrd="5" destOrd="0" presId="urn:microsoft.com/office/officeart/2024/3/layout/BulletTimelineDefaultVarian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0A1DCA-2E23-4199-A3DE-1C170A346D0D}" type="doc">
      <dgm:prSet loTypeId="urn:microsoft.com/office/officeart/2025/8/layout/Vertical Process 01" loCatId="list" qsTypeId="urn:microsoft.com/office/officeart/2005/8/quickstyle/simple1" qsCatId="simple" csTypeId="urn:microsoft.com/office/officeart/2025/7/colors/Standard Color_2#48" csCatId="accent1" phldr="1"/>
      <dgm:spPr/>
      <dgm:t>
        <a:bodyPr/>
        <a:lstStyle/>
        <a:p>
          <a:endParaRPr lang="en-US"/>
        </a:p>
      </dgm:t>
    </dgm:pt>
    <dgm:pt modelId="{0C42FEF3-0B55-41EF-AA13-9919924126D2}">
      <dgm:prSet phldrT="[Text]" phldr="0" custT="1"/>
      <dgm:spPr/>
      <dgm:t>
        <a:bodyPr/>
        <a:lstStyle/>
        <a:p>
          <a:pPr>
            <a:defRPr b="1"/>
          </a:pPr>
          <a:r>
            <a:rPr lang="en-US" sz="2000" b="0" cap="all">
              <a:solidFill>
                <a:schemeClr val="accent1"/>
              </a:solidFill>
            </a:rPr>
            <a:t>Choose Waterfall When</a:t>
          </a:r>
          <a:endParaRPr lang="en-US" sz="2000" b="0"/>
        </a:p>
      </dgm:t>
    </dgm:pt>
    <dgm:pt modelId="{5C4E1364-2AA1-49FB-9806-777D2BC336BA}" type="parTrans" cxnId="{A3DBFC5E-B667-45C5-B057-702597A4AB92}">
      <dgm:prSet/>
      <dgm:spPr/>
      <dgm:t>
        <a:bodyPr/>
        <a:lstStyle/>
        <a:p>
          <a:endParaRPr lang="en-US"/>
        </a:p>
      </dgm:t>
    </dgm:pt>
    <dgm:pt modelId="{10DE46B6-D2D6-4266-B223-9EE4219A205D}" type="sibTrans" cxnId="{A3DBFC5E-B667-45C5-B057-702597A4AB92}">
      <dgm:prSet phldrT="1" phldr="0"/>
      <dgm:spPr>
        <a:ln w="57150">
          <a:solidFill>
            <a:schemeClr val="bg2"/>
          </a:solidFill>
        </a:ln>
      </dgm:spPr>
      <dgm:t>
        <a:bodyPr/>
        <a:lstStyle/>
        <a:p>
          <a:pPr>
            <a:defRPr b="1"/>
          </a:pPr>
          <a:r>
            <a:t>1</a:t>
          </a:r>
        </a:p>
      </dgm:t>
    </dgm:pt>
    <dgm:pt modelId="{20796DDC-EA59-4C2B-A6EA-E1A918509F70}">
      <dgm:prSet phldrT="[Text]" phldr="0" custT="1"/>
      <dgm:spPr/>
      <dgm:t>
        <a:bodyPr/>
        <a:lstStyle/>
        <a:p>
          <a:r>
            <a:rPr lang="en-US" sz="1600">
              <a:solidFill>
                <a:schemeClr val="tx2"/>
              </a:solidFill>
            </a:rPr>
            <a:t>Requirements are fixed</a:t>
          </a:r>
          <a:endParaRPr lang="en-US" sz="1600"/>
        </a:p>
      </dgm:t>
    </dgm:pt>
    <dgm:pt modelId="{2D6D1E5E-7BFE-4E14-91F6-22B6F4FEED37}" type="parTrans" cxnId="{D6A4F09E-CD67-415F-9E8B-8ACE10C38FDE}">
      <dgm:prSet/>
      <dgm:spPr/>
      <dgm:t>
        <a:bodyPr/>
        <a:lstStyle/>
        <a:p>
          <a:endParaRPr lang="en-US"/>
        </a:p>
      </dgm:t>
    </dgm:pt>
    <dgm:pt modelId="{97F7EB67-658F-46BC-A152-00E2A3155A53}" type="sibTrans" cxnId="{D6A4F09E-CD67-415F-9E8B-8ACE10C38FDE}">
      <dgm:prSet/>
      <dgm:spPr/>
      <dgm:t>
        <a:bodyPr/>
        <a:lstStyle/>
        <a:p>
          <a:endParaRPr lang="en-US"/>
        </a:p>
      </dgm:t>
    </dgm:pt>
    <dgm:pt modelId="{EAEBE13F-837C-4EFB-BD89-99889FBC8C20}">
      <dgm:prSet phldrT="[Text]" phldr="0" custT="1"/>
      <dgm:spPr/>
      <dgm:t>
        <a:bodyPr/>
        <a:lstStyle/>
        <a:p>
          <a:pPr>
            <a:defRPr b="1"/>
          </a:pPr>
          <a:r>
            <a:rPr lang="en-US" sz="2000" b="0" cap="all">
              <a:solidFill>
                <a:schemeClr val="accent1"/>
              </a:solidFill>
            </a:rPr>
            <a:t>Choose Agile When</a:t>
          </a:r>
          <a:endParaRPr lang="en-US" sz="2000" b="0"/>
        </a:p>
      </dgm:t>
    </dgm:pt>
    <dgm:pt modelId="{5237DCB1-6B5D-4801-98D5-9B6AD4FDD2A5}" type="parTrans" cxnId="{E2E57B21-4DA8-4D76-B1BC-DC58F140DD52}">
      <dgm:prSet/>
      <dgm:spPr/>
      <dgm:t>
        <a:bodyPr/>
        <a:lstStyle/>
        <a:p>
          <a:endParaRPr lang="en-US"/>
        </a:p>
      </dgm:t>
    </dgm:pt>
    <dgm:pt modelId="{A51D903B-6AA2-4482-80F5-4BC75D4F1DB0}" type="sibTrans" cxnId="{E2E57B21-4DA8-4D76-B1BC-DC58F140DD52}">
      <dgm:prSet phldrT="2" phldr="0"/>
      <dgm:spPr>
        <a:ln w="57150">
          <a:solidFill>
            <a:schemeClr val="bg2"/>
          </a:solidFill>
        </a:ln>
      </dgm:spPr>
      <dgm:t>
        <a:bodyPr/>
        <a:lstStyle/>
        <a:p>
          <a:pPr>
            <a:defRPr b="1"/>
          </a:pPr>
          <a:r>
            <a:t>2</a:t>
          </a:r>
        </a:p>
      </dgm:t>
    </dgm:pt>
    <dgm:pt modelId="{6902ED6D-F526-41E7-985D-802B709A378A}">
      <dgm:prSet phldrT="[Text]" phldr="0" custT="1"/>
      <dgm:spPr/>
      <dgm:t>
        <a:bodyPr/>
        <a:lstStyle/>
        <a:p>
          <a:r>
            <a:rPr lang="en-US" sz="1600">
              <a:solidFill>
                <a:schemeClr val="tx2"/>
              </a:solidFill>
            </a:rPr>
            <a:t>Market moves fast</a:t>
          </a:r>
          <a:endParaRPr lang="en-US" sz="1600"/>
        </a:p>
      </dgm:t>
    </dgm:pt>
    <dgm:pt modelId="{8E5DDC90-FE66-401F-AA13-9D5FBB8F732A}" type="parTrans" cxnId="{3594C4A3-26BC-4787-A9CC-BC3221BC0C3C}">
      <dgm:prSet/>
      <dgm:spPr/>
      <dgm:t>
        <a:bodyPr/>
        <a:lstStyle/>
        <a:p>
          <a:endParaRPr lang="en-US"/>
        </a:p>
      </dgm:t>
    </dgm:pt>
    <dgm:pt modelId="{82A11FCE-806A-4D82-AC61-FE76A58FF72C}" type="sibTrans" cxnId="{3594C4A3-26BC-4787-A9CC-BC3221BC0C3C}">
      <dgm:prSet/>
      <dgm:spPr/>
      <dgm:t>
        <a:bodyPr/>
        <a:lstStyle/>
        <a:p>
          <a:endParaRPr lang="en-US"/>
        </a:p>
      </dgm:t>
    </dgm:pt>
    <dgm:pt modelId="{45CFF19E-1561-46A8-B854-C1129307A653}" type="pres">
      <dgm:prSet presAssocID="{040A1DCA-2E23-4199-A3DE-1C170A346D0D}" presName="linearFlow" presStyleCnt="0">
        <dgm:presLayoutVars>
          <dgm:dir/>
          <dgm:animLvl val="lvl"/>
          <dgm:resizeHandles val="exact"/>
        </dgm:presLayoutVars>
      </dgm:prSet>
      <dgm:spPr/>
    </dgm:pt>
    <dgm:pt modelId="{2167E17F-F377-42A2-9115-1CF21FDE5F04}" type="pres">
      <dgm:prSet presAssocID="{0C42FEF3-0B55-41EF-AA13-9919924126D2}" presName="composite" presStyleCnt="0"/>
      <dgm:spPr/>
    </dgm:pt>
    <dgm:pt modelId="{C51FFF0E-1D94-4AFB-9CC8-DBB0B5B78D37}" type="pres">
      <dgm:prSet presAssocID="{10DE46B6-D2D6-4266-B223-9EE4219A205D}" presName="idxText" presStyleLbl="alignAcc1" presStyleIdx="0" presStyleCnt="2">
        <dgm:presLayoutVars>
          <dgm:chMax val="1"/>
          <dgm:bulletEnabled val="1"/>
        </dgm:presLayoutVars>
      </dgm:prSet>
      <dgm:spPr>
        <a:prstGeom prst="rect">
          <a:avLst/>
        </a:prstGeom>
      </dgm:spPr>
    </dgm:pt>
    <dgm:pt modelId="{539AD4EB-5E82-4410-A9C3-F511D9C74F80}" type="pres">
      <dgm:prSet presAssocID="{0C42FEF3-0B55-41EF-AA13-9919924126D2}" presName="parentNode" presStyleLbl="revTx" presStyleIdx="0" presStyleCnt="4">
        <dgm:presLayoutVars>
          <dgm:bulletEnabled val="1"/>
        </dgm:presLayoutVars>
      </dgm:prSet>
      <dgm:spPr/>
    </dgm:pt>
    <dgm:pt modelId="{ED87E15D-95EA-4E11-9336-E132C6F5CF65}" type="pres">
      <dgm:prSet presAssocID="{0C42FEF3-0B55-41EF-AA13-9919924126D2}" presName="childNode" presStyleLbl="revTx" presStyleIdx="1" presStyleCnt="4">
        <dgm:presLayoutVars>
          <dgm:bulletEnabled val="1"/>
        </dgm:presLayoutVars>
      </dgm:prSet>
      <dgm:spPr/>
    </dgm:pt>
    <dgm:pt modelId="{581B0375-B248-4F5A-9FBD-4BA21FC5E228}" type="pres">
      <dgm:prSet presAssocID="{10DE46B6-D2D6-4266-B223-9EE4219A205D}" presName="sp" presStyleCnt="0"/>
      <dgm:spPr/>
    </dgm:pt>
    <dgm:pt modelId="{A555D703-C156-4B97-BD88-0847CD5447DF}" type="pres">
      <dgm:prSet presAssocID="{EAEBE13F-837C-4EFB-BD89-99889FBC8C20}" presName="composite" presStyleCnt="0"/>
      <dgm:spPr/>
    </dgm:pt>
    <dgm:pt modelId="{54491A22-F101-481F-B3F8-5B6A1E3D5FD0}" type="pres">
      <dgm:prSet presAssocID="{A51D903B-6AA2-4482-80F5-4BC75D4F1DB0}" presName="idxText" presStyleLbl="alignAcc1" presStyleIdx="1" presStyleCnt="2">
        <dgm:presLayoutVars>
          <dgm:chMax val="1"/>
          <dgm:bulletEnabled val="1"/>
        </dgm:presLayoutVars>
      </dgm:prSet>
      <dgm:spPr>
        <a:prstGeom prst="rect">
          <a:avLst/>
        </a:prstGeom>
      </dgm:spPr>
    </dgm:pt>
    <dgm:pt modelId="{57FB2030-152A-4F3D-82EF-1BCADCD2BA97}" type="pres">
      <dgm:prSet presAssocID="{EAEBE13F-837C-4EFB-BD89-99889FBC8C20}" presName="parentNode" presStyleLbl="revTx" presStyleIdx="2" presStyleCnt="4">
        <dgm:presLayoutVars>
          <dgm:bulletEnabled val="1"/>
        </dgm:presLayoutVars>
      </dgm:prSet>
      <dgm:spPr/>
    </dgm:pt>
    <dgm:pt modelId="{90B1C859-744A-4126-9213-BD847C8DEBB0}" type="pres">
      <dgm:prSet presAssocID="{EAEBE13F-837C-4EFB-BD89-99889FBC8C20}" presName="childNode" presStyleLbl="revTx" presStyleIdx="3" presStyleCnt="4">
        <dgm:presLayoutVars>
          <dgm:bulletEnabled val="1"/>
        </dgm:presLayoutVars>
      </dgm:prSet>
      <dgm:spPr/>
    </dgm:pt>
  </dgm:ptLst>
  <dgm:cxnLst>
    <dgm:cxn modelId="{E2E57B21-4DA8-4D76-B1BC-DC58F140DD52}" srcId="{040A1DCA-2E23-4199-A3DE-1C170A346D0D}" destId="{EAEBE13F-837C-4EFB-BD89-99889FBC8C20}" srcOrd="1" destOrd="0" parTransId="{5237DCB1-6B5D-4801-98D5-9B6AD4FDD2A5}" sibTransId="{A51D903B-6AA2-4482-80F5-4BC75D4F1DB0}"/>
    <dgm:cxn modelId="{30DF552B-8F99-435E-83AF-DB1EC7C0EBBA}" type="presOf" srcId="{6902ED6D-F526-41E7-985D-802B709A378A}" destId="{90B1C859-744A-4126-9213-BD847C8DEBB0}" srcOrd="0" destOrd="0" presId="urn:microsoft.com/office/officeart/2025/8/layout/Vertical Process 01"/>
    <dgm:cxn modelId="{A3DBFC5E-B667-45C5-B057-702597A4AB92}" srcId="{040A1DCA-2E23-4199-A3DE-1C170A346D0D}" destId="{0C42FEF3-0B55-41EF-AA13-9919924126D2}" srcOrd="0" destOrd="0" parTransId="{5C4E1364-2AA1-49FB-9806-777D2BC336BA}" sibTransId="{10DE46B6-D2D6-4266-B223-9EE4219A205D}"/>
    <dgm:cxn modelId="{94F52141-42FD-433B-823D-0EDB8130F6F4}" type="presOf" srcId="{20796DDC-EA59-4C2B-A6EA-E1A918509F70}" destId="{ED87E15D-95EA-4E11-9336-E132C6F5CF65}" srcOrd="0" destOrd="0" presId="urn:microsoft.com/office/officeart/2025/8/layout/Vertical Process 01"/>
    <dgm:cxn modelId="{F977385A-7B48-4855-86BC-E5FEC0F58DF7}" type="presOf" srcId="{0C42FEF3-0B55-41EF-AA13-9919924126D2}" destId="{539AD4EB-5E82-4410-A9C3-F511D9C74F80}" srcOrd="0" destOrd="0" presId="urn:microsoft.com/office/officeart/2025/8/layout/Vertical Process 01"/>
    <dgm:cxn modelId="{D6A4F09E-CD67-415F-9E8B-8ACE10C38FDE}" srcId="{0C42FEF3-0B55-41EF-AA13-9919924126D2}" destId="{20796DDC-EA59-4C2B-A6EA-E1A918509F70}" srcOrd="0" destOrd="0" parTransId="{2D6D1E5E-7BFE-4E14-91F6-22B6F4FEED37}" sibTransId="{97F7EB67-658F-46BC-A152-00E2A3155A53}"/>
    <dgm:cxn modelId="{3594C4A3-26BC-4787-A9CC-BC3221BC0C3C}" srcId="{EAEBE13F-837C-4EFB-BD89-99889FBC8C20}" destId="{6902ED6D-F526-41E7-985D-802B709A378A}" srcOrd="0" destOrd="0" parTransId="{8E5DDC90-FE66-401F-AA13-9D5FBB8F732A}" sibTransId="{82A11FCE-806A-4D82-AC61-FE76A58FF72C}"/>
    <dgm:cxn modelId="{377A90BB-9A31-47FB-B3D4-ECA4C859A51D}" type="presOf" srcId="{10DE46B6-D2D6-4266-B223-9EE4219A205D}" destId="{C51FFF0E-1D94-4AFB-9CC8-DBB0B5B78D37}" srcOrd="0" destOrd="0" presId="urn:microsoft.com/office/officeart/2025/8/layout/Vertical Process 01"/>
    <dgm:cxn modelId="{130BAEDF-5717-41FF-86DC-9D48A747D68D}" type="presOf" srcId="{040A1DCA-2E23-4199-A3DE-1C170A346D0D}" destId="{45CFF19E-1561-46A8-B854-C1129307A653}" srcOrd="0" destOrd="0" presId="urn:microsoft.com/office/officeart/2025/8/layout/Vertical Process 01"/>
    <dgm:cxn modelId="{064E3DE3-8458-4ED8-A509-45D8B2207105}" type="presOf" srcId="{A51D903B-6AA2-4482-80F5-4BC75D4F1DB0}" destId="{54491A22-F101-481F-B3F8-5B6A1E3D5FD0}" srcOrd="0" destOrd="0" presId="urn:microsoft.com/office/officeart/2025/8/layout/Vertical Process 01"/>
    <dgm:cxn modelId="{2146C3EA-30DD-4495-96E4-C912F75D4DB3}" type="presOf" srcId="{EAEBE13F-837C-4EFB-BD89-99889FBC8C20}" destId="{57FB2030-152A-4F3D-82EF-1BCADCD2BA97}" srcOrd="0" destOrd="0" presId="urn:microsoft.com/office/officeart/2025/8/layout/Vertical Process 01"/>
    <dgm:cxn modelId="{392FDE62-5456-47A6-B879-0638892509C3}" type="presParOf" srcId="{45CFF19E-1561-46A8-B854-C1129307A653}" destId="{2167E17F-F377-42A2-9115-1CF21FDE5F04}" srcOrd="0" destOrd="0" presId="urn:microsoft.com/office/officeart/2025/8/layout/Vertical Process 01"/>
    <dgm:cxn modelId="{775C46A3-9F22-470A-8797-1D6C300B5F93}" type="presParOf" srcId="{2167E17F-F377-42A2-9115-1CF21FDE5F04}" destId="{C51FFF0E-1D94-4AFB-9CC8-DBB0B5B78D37}" srcOrd="0" destOrd="0" presId="urn:microsoft.com/office/officeart/2025/8/layout/Vertical Process 01"/>
    <dgm:cxn modelId="{DF8C1D4A-C9D7-47BE-93A1-E281066BC9EA}" type="presParOf" srcId="{2167E17F-F377-42A2-9115-1CF21FDE5F04}" destId="{539AD4EB-5E82-4410-A9C3-F511D9C74F80}" srcOrd="1" destOrd="0" presId="urn:microsoft.com/office/officeart/2025/8/layout/Vertical Process 01"/>
    <dgm:cxn modelId="{12AAD9F1-DA13-41E9-ADB0-71F53B9B6AC9}" type="presParOf" srcId="{2167E17F-F377-42A2-9115-1CF21FDE5F04}" destId="{ED87E15D-95EA-4E11-9336-E132C6F5CF65}" srcOrd="2" destOrd="0" presId="urn:microsoft.com/office/officeart/2025/8/layout/Vertical Process 01"/>
    <dgm:cxn modelId="{19803C19-5FB6-4ACD-82D3-69B1155C7657}" type="presParOf" srcId="{45CFF19E-1561-46A8-B854-C1129307A653}" destId="{581B0375-B248-4F5A-9FBD-4BA21FC5E228}" srcOrd="1" destOrd="0" presId="urn:microsoft.com/office/officeart/2025/8/layout/Vertical Process 01"/>
    <dgm:cxn modelId="{5DDEC1C5-B702-4D54-AC0F-8F506DB44B3C}" type="presParOf" srcId="{45CFF19E-1561-46A8-B854-C1129307A653}" destId="{A555D703-C156-4B97-BD88-0847CD5447DF}" srcOrd="2" destOrd="0" presId="urn:microsoft.com/office/officeart/2025/8/layout/Vertical Process 01"/>
    <dgm:cxn modelId="{E53D6C0F-BDC0-40B3-962D-73281DD50D5B}" type="presParOf" srcId="{A555D703-C156-4B97-BD88-0847CD5447DF}" destId="{54491A22-F101-481F-B3F8-5B6A1E3D5FD0}" srcOrd="0" destOrd="0" presId="urn:microsoft.com/office/officeart/2025/8/layout/Vertical Process 01"/>
    <dgm:cxn modelId="{3E7E163C-4C29-419C-9A42-FADF57D8D65F}" type="presParOf" srcId="{A555D703-C156-4B97-BD88-0847CD5447DF}" destId="{57FB2030-152A-4F3D-82EF-1BCADCD2BA97}" srcOrd="1" destOrd="0" presId="urn:microsoft.com/office/officeart/2025/8/layout/Vertical Process 01"/>
    <dgm:cxn modelId="{72B5B4A2-269B-4160-AFD8-43C35B1CBC9C}" type="presParOf" srcId="{A555D703-C156-4B97-BD88-0847CD5447DF}" destId="{90B1C859-744A-4126-9213-BD847C8DEBB0}" srcOrd="2" destOrd="0" presId="urn:microsoft.com/office/officeart/2025/8/layout/Vertical Process 0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EB61A-D64C-47C5-B81A-A135462C01D1}">
      <dsp:nvSpPr>
        <dsp:cNvPr id="0" name=""/>
        <dsp:cNvSpPr/>
      </dsp:nvSpPr>
      <dsp:spPr>
        <a:xfrm>
          <a:off x="0" y="2171700"/>
          <a:ext cx="10963275" cy="0"/>
        </a:xfrm>
        <a:prstGeom prst="line">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3E0F7D90-1746-4345-BE6E-655132B8B81A}">
      <dsp:nvSpPr>
        <dsp:cNvPr id="0" name=""/>
        <dsp:cNvSpPr/>
      </dsp:nvSpPr>
      <dsp:spPr>
        <a:xfrm rot="8100000">
          <a:off x="66626"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B075B796-8118-4F47-B043-2AF061E6227C}">
      <dsp:nvSpPr>
        <dsp:cNvPr id="0" name=""/>
        <dsp:cNvSpPr/>
      </dsp:nvSpPr>
      <dsp:spPr>
        <a:xfrm>
          <a:off x="135988"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7BC7C-941D-4B52-94FF-DA4EB2B3EFF2}">
      <dsp:nvSpPr>
        <dsp:cNvPr id="0" name=""/>
        <dsp:cNvSpPr/>
      </dsp:nvSpPr>
      <dsp:spPr>
        <a:xfrm>
          <a:off x="452187" y="1052840"/>
          <a:ext cx="3647608"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1"/>
            <a:t>Defining the project goal and high-level requirements.</a:t>
          </a:r>
          <a:endParaRPr lang="en-US" sz="1500" kern="1200"/>
        </a:p>
      </dsp:txBody>
      <dsp:txXfrm>
        <a:off x="452187" y="1052840"/>
        <a:ext cx="3647608" cy="1118859"/>
      </dsp:txXfrm>
    </dsp:sp>
    <dsp:sp modelId="{A1E264C6-C191-4136-A951-DA670F270BF0}">
      <dsp:nvSpPr>
        <dsp:cNvPr id="0" name=""/>
        <dsp:cNvSpPr/>
      </dsp:nvSpPr>
      <dsp:spPr>
        <a:xfrm>
          <a:off x="452187" y="434339"/>
          <a:ext cx="3647608"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Phase 1: Planning</a:t>
          </a:r>
        </a:p>
      </dsp:txBody>
      <dsp:txXfrm>
        <a:off x="452187" y="434339"/>
        <a:ext cx="3647608" cy="618500"/>
      </dsp:txXfrm>
    </dsp:sp>
    <dsp:sp modelId="{3A918686-5EA8-4AB9-AE5E-6D898B0A99BD}">
      <dsp:nvSpPr>
        <dsp:cNvPr id="0" name=""/>
        <dsp:cNvSpPr/>
      </dsp:nvSpPr>
      <dsp:spPr>
        <a:xfrm>
          <a:off x="226330" y="795710"/>
          <a:ext cx="0" cy="1375989"/>
        </a:xfrm>
        <a:prstGeom prst="line">
          <a:avLst/>
        </a:pr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3B3F071-D6F1-49F1-8DFC-9446ADD0651B}">
      <dsp:nvSpPr>
        <dsp:cNvPr id="0" name=""/>
        <dsp:cNvSpPr/>
      </dsp:nvSpPr>
      <dsp:spPr>
        <a:xfrm>
          <a:off x="184842" y="2131045"/>
          <a:ext cx="81308" cy="81308"/>
        </a:xfrm>
        <a:prstGeom prst="ellipse">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23513-3D06-42F3-9C99-8C09288D9872}">
      <dsp:nvSpPr>
        <dsp:cNvPr id="0" name=""/>
        <dsp:cNvSpPr/>
      </dsp:nvSpPr>
      <dsp:spPr>
        <a:xfrm rot="18900000">
          <a:off x="2255832" y="3523498"/>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5B3C50C0-6895-43FF-A705-165C7C52382A}">
      <dsp:nvSpPr>
        <dsp:cNvPr id="0" name=""/>
        <dsp:cNvSpPr/>
      </dsp:nvSpPr>
      <dsp:spPr>
        <a:xfrm>
          <a:off x="2325194" y="3592860"/>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05A939-A8CC-4325-89CA-86E8103DDCF1}">
      <dsp:nvSpPr>
        <dsp:cNvPr id="0" name=""/>
        <dsp:cNvSpPr/>
      </dsp:nvSpPr>
      <dsp:spPr>
        <a:xfrm>
          <a:off x="2641393" y="2963936"/>
          <a:ext cx="3647608" cy="945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t" anchorCtr="0">
          <a:noAutofit/>
        </a:bodyPr>
        <a:lstStyle/>
        <a:p>
          <a:pPr marL="0" lvl="0" indent="0" algn="l" defTabSz="666750">
            <a:lnSpc>
              <a:spcPct val="90000"/>
            </a:lnSpc>
            <a:spcBef>
              <a:spcPct val="0"/>
            </a:spcBef>
            <a:spcAft>
              <a:spcPct val="35000"/>
            </a:spcAft>
            <a:buNone/>
          </a:pPr>
          <a:r>
            <a:rPr lang="en-US" sz="1500" kern="1200" noProof="1"/>
            <a:t>The coding and design phase where small pieces of value are built.</a:t>
          </a:r>
          <a:endParaRPr lang="en-US" sz="1500" kern="1200"/>
        </a:p>
      </dsp:txBody>
      <dsp:txXfrm>
        <a:off x="2641393" y="2963936"/>
        <a:ext cx="3647608" cy="945123"/>
      </dsp:txXfrm>
    </dsp:sp>
    <dsp:sp modelId="{103EE9D7-7DFB-4919-9FA4-CFDE1952230E}">
      <dsp:nvSpPr>
        <dsp:cNvPr id="0" name=""/>
        <dsp:cNvSpPr/>
      </dsp:nvSpPr>
      <dsp:spPr>
        <a:xfrm>
          <a:off x="2641393" y="2345436"/>
          <a:ext cx="3647608"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Phase 2: Iteration</a:t>
          </a:r>
        </a:p>
      </dsp:txBody>
      <dsp:txXfrm>
        <a:off x="2641393" y="2345436"/>
        <a:ext cx="3647608" cy="618500"/>
      </dsp:txXfrm>
    </dsp:sp>
    <dsp:sp modelId="{128155D9-7F5C-4D06-8F1A-9246733E203B}">
      <dsp:nvSpPr>
        <dsp:cNvPr id="0" name=""/>
        <dsp:cNvSpPr/>
      </dsp:nvSpPr>
      <dsp:spPr>
        <a:xfrm>
          <a:off x="2415536" y="2171700"/>
          <a:ext cx="0" cy="1355140"/>
        </a:xfrm>
        <a:prstGeom prst="line">
          <a:avLst/>
        </a:prstGeom>
        <a:noFill/>
        <a:ln w="6350" cap="flat" cmpd="sng" algn="ctr">
          <a:solidFill>
            <a:schemeClr val="accent3">
              <a:hueOff val="-446345"/>
              <a:satOff val="13620"/>
              <a:lumOff val="1438"/>
              <a:alphaOff val="0"/>
            </a:schemeClr>
          </a:solidFill>
          <a:prstDash val="solid"/>
          <a:miter lim="800000"/>
        </a:ln>
        <a:effectLst/>
      </dsp:spPr>
      <dsp:style>
        <a:lnRef idx="1">
          <a:scrgbClr r="0" g="0" b="0"/>
        </a:lnRef>
        <a:fillRef idx="0">
          <a:scrgbClr r="0" g="0" b="0"/>
        </a:fillRef>
        <a:effectRef idx="0">
          <a:scrgbClr r="0" g="0" b="0"/>
        </a:effectRef>
        <a:fontRef idx="minor"/>
      </dsp:style>
    </dsp:sp>
    <dsp:sp modelId="{5CB0DBD2-1226-4346-954F-B4B0EB516700}">
      <dsp:nvSpPr>
        <dsp:cNvPr id="0" name=""/>
        <dsp:cNvSpPr/>
      </dsp:nvSpPr>
      <dsp:spPr>
        <a:xfrm>
          <a:off x="2374048" y="2131045"/>
          <a:ext cx="81308" cy="81308"/>
        </a:xfrm>
        <a:prstGeom prst="ellipse">
          <a:avLst/>
        </a:prstGeom>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9EA0A2-E81C-4D36-81D8-837B3E4FEC08}">
      <dsp:nvSpPr>
        <dsp:cNvPr id="0" name=""/>
        <dsp:cNvSpPr/>
      </dsp:nvSpPr>
      <dsp:spPr>
        <a:xfrm rot="8100000">
          <a:off x="4445038"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AEE9EF59-1265-41DF-91D0-3723A59632B4}">
      <dsp:nvSpPr>
        <dsp:cNvPr id="0" name=""/>
        <dsp:cNvSpPr/>
      </dsp:nvSpPr>
      <dsp:spPr>
        <a:xfrm>
          <a:off x="4514400"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9F35EA-7F43-40B6-BAFC-EB699AAB202A}">
      <dsp:nvSpPr>
        <dsp:cNvPr id="0" name=""/>
        <dsp:cNvSpPr/>
      </dsp:nvSpPr>
      <dsp:spPr>
        <a:xfrm>
          <a:off x="4830599" y="1052840"/>
          <a:ext cx="3647608"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1"/>
            <a:t>Continuous testing within each sprint to catch bugs early.</a:t>
          </a:r>
          <a:endParaRPr lang="en-US" sz="1500" kern="1200"/>
        </a:p>
      </dsp:txBody>
      <dsp:txXfrm>
        <a:off x="4830599" y="1052840"/>
        <a:ext cx="3647608" cy="1118859"/>
      </dsp:txXfrm>
    </dsp:sp>
    <dsp:sp modelId="{7C14F580-B0F8-4C2B-A59B-CD2F07E06C09}">
      <dsp:nvSpPr>
        <dsp:cNvPr id="0" name=""/>
        <dsp:cNvSpPr/>
      </dsp:nvSpPr>
      <dsp:spPr>
        <a:xfrm>
          <a:off x="4830599" y="434339"/>
          <a:ext cx="3647608"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Phase 3: Testing</a:t>
          </a:r>
        </a:p>
      </dsp:txBody>
      <dsp:txXfrm>
        <a:off x="4830599" y="434339"/>
        <a:ext cx="3647608" cy="618500"/>
      </dsp:txXfrm>
    </dsp:sp>
    <dsp:sp modelId="{B53F15A4-2F3B-4F35-97D8-9B06968155B8}">
      <dsp:nvSpPr>
        <dsp:cNvPr id="0" name=""/>
        <dsp:cNvSpPr/>
      </dsp:nvSpPr>
      <dsp:spPr>
        <a:xfrm>
          <a:off x="4604743" y="795710"/>
          <a:ext cx="0" cy="1375989"/>
        </a:xfrm>
        <a:prstGeom prst="line">
          <a:avLst/>
        </a:prstGeom>
        <a:noFill/>
        <a:ln w="6350" cap="flat" cmpd="sng" algn="ctr">
          <a:solidFill>
            <a:schemeClr val="accent3">
              <a:hueOff val="-892689"/>
              <a:satOff val="27241"/>
              <a:lumOff val="2876"/>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A18619-C382-4A08-A970-6A0E96824674}">
      <dsp:nvSpPr>
        <dsp:cNvPr id="0" name=""/>
        <dsp:cNvSpPr/>
      </dsp:nvSpPr>
      <dsp:spPr>
        <a:xfrm>
          <a:off x="4563254" y="2131045"/>
          <a:ext cx="81308" cy="81308"/>
        </a:xfrm>
        <a:prstGeom prst="ellipse">
          <a:avLst/>
        </a:prstGeom>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99C932-343E-429F-8E0E-E83C23E4A4DB}">
      <dsp:nvSpPr>
        <dsp:cNvPr id="0" name=""/>
        <dsp:cNvSpPr/>
      </dsp:nvSpPr>
      <dsp:spPr>
        <a:xfrm rot="18900000">
          <a:off x="6634244" y="3523498"/>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C0FEC869-D7F3-4582-B2C6-B78056273345}">
      <dsp:nvSpPr>
        <dsp:cNvPr id="0" name=""/>
        <dsp:cNvSpPr/>
      </dsp:nvSpPr>
      <dsp:spPr>
        <a:xfrm>
          <a:off x="6703606" y="3592860"/>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D748F2-957A-4B81-A85D-ACA737E39AE3}">
      <dsp:nvSpPr>
        <dsp:cNvPr id="0" name=""/>
        <dsp:cNvSpPr/>
      </dsp:nvSpPr>
      <dsp:spPr>
        <a:xfrm>
          <a:off x="7019805" y="2963936"/>
          <a:ext cx="3647608" cy="945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t" anchorCtr="0">
          <a:noAutofit/>
        </a:bodyPr>
        <a:lstStyle/>
        <a:p>
          <a:pPr marL="0" lvl="0" indent="0" algn="l" defTabSz="666750">
            <a:lnSpc>
              <a:spcPct val="90000"/>
            </a:lnSpc>
            <a:spcBef>
              <a:spcPct val="0"/>
            </a:spcBef>
            <a:spcAft>
              <a:spcPct val="35000"/>
            </a:spcAft>
            <a:buNone/>
          </a:pPr>
          <a:r>
            <a:rPr lang="en-US" sz="1500" kern="1200" noProof="1"/>
            <a:t>Demonstrating working software to stakeholders for immediate feedback.</a:t>
          </a:r>
          <a:endParaRPr lang="en-US" sz="1500" kern="1200"/>
        </a:p>
      </dsp:txBody>
      <dsp:txXfrm>
        <a:off x="7019805" y="2963936"/>
        <a:ext cx="3647608" cy="945123"/>
      </dsp:txXfrm>
    </dsp:sp>
    <dsp:sp modelId="{2C3732A5-E55A-492B-943B-73F2A3971F48}">
      <dsp:nvSpPr>
        <dsp:cNvPr id="0" name=""/>
        <dsp:cNvSpPr/>
      </dsp:nvSpPr>
      <dsp:spPr>
        <a:xfrm>
          <a:off x="7019805" y="2345436"/>
          <a:ext cx="3647608"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Phase 4: Review</a:t>
          </a:r>
        </a:p>
      </dsp:txBody>
      <dsp:txXfrm>
        <a:off x="7019805" y="2345436"/>
        <a:ext cx="3647608" cy="618500"/>
      </dsp:txXfrm>
    </dsp:sp>
    <dsp:sp modelId="{68BE8F0C-5CC5-4AE4-811D-8D3363962702}">
      <dsp:nvSpPr>
        <dsp:cNvPr id="0" name=""/>
        <dsp:cNvSpPr/>
      </dsp:nvSpPr>
      <dsp:spPr>
        <a:xfrm>
          <a:off x="6793949" y="2171700"/>
          <a:ext cx="0" cy="1355140"/>
        </a:xfrm>
        <a:prstGeom prst="line">
          <a:avLst/>
        </a:prstGeom>
        <a:noFill/>
        <a:ln w="6350" cap="flat" cmpd="sng" algn="ctr">
          <a:solidFill>
            <a:schemeClr val="accent3">
              <a:hueOff val="-1339034"/>
              <a:satOff val="40861"/>
              <a:lumOff val="4314"/>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12245D-AE0B-47E0-92F3-38754BBB9F27}">
      <dsp:nvSpPr>
        <dsp:cNvPr id="0" name=""/>
        <dsp:cNvSpPr/>
      </dsp:nvSpPr>
      <dsp:spPr>
        <a:xfrm>
          <a:off x="6752460" y="2131045"/>
          <a:ext cx="81308" cy="81308"/>
        </a:xfrm>
        <a:prstGeom prst="ellipse">
          <a:avLst/>
        </a:prstGeom>
        <a:solidFill>
          <a:schemeClr val="accent3">
            <a:hueOff val="-669517"/>
            <a:satOff val="20430"/>
            <a:lumOff val="2157"/>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EB61A-D64C-47C5-B81A-A135462C01D1}">
      <dsp:nvSpPr>
        <dsp:cNvPr id="0" name=""/>
        <dsp:cNvSpPr/>
      </dsp:nvSpPr>
      <dsp:spPr>
        <a:xfrm>
          <a:off x="0" y="2171700"/>
          <a:ext cx="10963275" cy="0"/>
        </a:xfrm>
        <a:prstGeom prst="line">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3E0F7D90-1746-4345-BE6E-655132B8B81A}">
      <dsp:nvSpPr>
        <dsp:cNvPr id="0" name=""/>
        <dsp:cNvSpPr/>
      </dsp:nvSpPr>
      <dsp:spPr>
        <a:xfrm rot="8100000">
          <a:off x="73304"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B075B796-8118-4F47-B043-2AF061E6227C}">
      <dsp:nvSpPr>
        <dsp:cNvPr id="0" name=""/>
        <dsp:cNvSpPr/>
      </dsp:nvSpPr>
      <dsp:spPr>
        <a:xfrm>
          <a:off x="142666"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7BC7C-941D-4B52-94FF-DA4EB2B3EFF2}">
      <dsp:nvSpPr>
        <dsp:cNvPr id="0" name=""/>
        <dsp:cNvSpPr/>
      </dsp:nvSpPr>
      <dsp:spPr>
        <a:xfrm>
          <a:off x="458865" y="1052840"/>
          <a:ext cx="3036722"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1"/>
            <a:t>Define and approve requirements before design starts.</a:t>
          </a:r>
          <a:endParaRPr lang="en-US" sz="1500" kern="1200"/>
        </a:p>
      </dsp:txBody>
      <dsp:txXfrm>
        <a:off x="458865" y="1052840"/>
        <a:ext cx="3036722" cy="1118859"/>
      </dsp:txXfrm>
    </dsp:sp>
    <dsp:sp modelId="{A1E264C6-C191-4136-A951-DA670F270BF0}">
      <dsp:nvSpPr>
        <dsp:cNvPr id="0" name=""/>
        <dsp:cNvSpPr/>
      </dsp:nvSpPr>
      <dsp:spPr>
        <a:xfrm>
          <a:off x="458865" y="434339"/>
          <a:ext cx="3036722"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Requirements</a:t>
          </a:r>
        </a:p>
      </dsp:txBody>
      <dsp:txXfrm>
        <a:off x="458865" y="434339"/>
        <a:ext cx="3036722" cy="618500"/>
      </dsp:txXfrm>
    </dsp:sp>
    <dsp:sp modelId="{3A918686-5EA8-4AB9-AE5E-6D898B0A99BD}">
      <dsp:nvSpPr>
        <dsp:cNvPr id="0" name=""/>
        <dsp:cNvSpPr/>
      </dsp:nvSpPr>
      <dsp:spPr>
        <a:xfrm>
          <a:off x="233009" y="795710"/>
          <a:ext cx="0" cy="1375989"/>
        </a:xfrm>
        <a:prstGeom prst="line">
          <a:avLst/>
        </a:pr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3B3F071-D6F1-49F1-8DFC-9446ADD0651B}">
      <dsp:nvSpPr>
        <dsp:cNvPr id="0" name=""/>
        <dsp:cNvSpPr/>
      </dsp:nvSpPr>
      <dsp:spPr>
        <a:xfrm>
          <a:off x="191520" y="2131045"/>
          <a:ext cx="81308" cy="81308"/>
        </a:xfrm>
        <a:prstGeom prst="ellipse">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23513-3D06-42F3-9C99-8C09288D9872}">
      <dsp:nvSpPr>
        <dsp:cNvPr id="0" name=""/>
        <dsp:cNvSpPr/>
      </dsp:nvSpPr>
      <dsp:spPr>
        <a:xfrm rot="18900000">
          <a:off x="1895871" y="3523498"/>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5B3C50C0-6895-43FF-A705-165C7C52382A}">
      <dsp:nvSpPr>
        <dsp:cNvPr id="0" name=""/>
        <dsp:cNvSpPr/>
      </dsp:nvSpPr>
      <dsp:spPr>
        <a:xfrm>
          <a:off x="1965233" y="3592860"/>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05A939-A8CC-4325-89CA-86E8103DDCF1}">
      <dsp:nvSpPr>
        <dsp:cNvPr id="0" name=""/>
        <dsp:cNvSpPr/>
      </dsp:nvSpPr>
      <dsp:spPr>
        <a:xfrm>
          <a:off x="2281433" y="2963936"/>
          <a:ext cx="3036722" cy="945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t" anchorCtr="0">
          <a:noAutofit/>
        </a:bodyPr>
        <a:lstStyle/>
        <a:p>
          <a:pPr marL="0" lvl="0" indent="0" algn="l" defTabSz="666750">
            <a:lnSpc>
              <a:spcPct val="90000"/>
            </a:lnSpc>
            <a:spcBef>
              <a:spcPct val="0"/>
            </a:spcBef>
            <a:spcAft>
              <a:spcPct val="35000"/>
            </a:spcAft>
            <a:buNone/>
          </a:pPr>
          <a:r>
            <a:rPr lang="en-US" sz="1500" kern="1200" noProof="1"/>
            <a:t>Translate requirements into a complete design package.</a:t>
          </a:r>
          <a:endParaRPr lang="en-US" sz="1500" kern="1200"/>
        </a:p>
      </dsp:txBody>
      <dsp:txXfrm>
        <a:off x="2281433" y="2963936"/>
        <a:ext cx="3036722" cy="945123"/>
      </dsp:txXfrm>
    </dsp:sp>
    <dsp:sp modelId="{103EE9D7-7DFB-4919-9FA4-CFDE1952230E}">
      <dsp:nvSpPr>
        <dsp:cNvPr id="0" name=""/>
        <dsp:cNvSpPr/>
      </dsp:nvSpPr>
      <dsp:spPr>
        <a:xfrm>
          <a:off x="2281433" y="2345436"/>
          <a:ext cx="3036722"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Design</a:t>
          </a:r>
        </a:p>
      </dsp:txBody>
      <dsp:txXfrm>
        <a:off x="2281433" y="2345436"/>
        <a:ext cx="3036722" cy="618500"/>
      </dsp:txXfrm>
    </dsp:sp>
    <dsp:sp modelId="{128155D9-7F5C-4D06-8F1A-9246733E203B}">
      <dsp:nvSpPr>
        <dsp:cNvPr id="0" name=""/>
        <dsp:cNvSpPr/>
      </dsp:nvSpPr>
      <dsp:spPr>
        <a:xfrm>
          <a:off x="2055576" y="2171700"/>
          <a:ext cx="0" cy="1355140"/>
        </a:xfrm>
        <a:prstGeom prst="line">
          <a:avLst/>
        </a:prstGeom>
        <a:noFill/>
        <a:ln w="6350" cap="flat" cmpd="sng" algn="ctr">
          <a:solidFill>
            <a:schemeClr val="accent3">
              <a:hueOff val="-334759"/>
              <a:satOff val="10215"/>
              <a:lumOff val="1079"/>
              <a:alphaOff val="0"/>
            </a:schemeClr>
          </a:solidFill>
          <a:prstDash val="solid"/>
          <a:miter lim="800000"/>
        </a:ln>
        <a:effectLst/>
      </dsp:spPr>
      <dsp:style>
        <a:lnRef idx="1">
          <a:scrgbClr r="0" g="0" b="0"/>
        </a:lnRef>
        <a:fillRef idx="0">
          <a:scrgbClr r="0" g="0" b="0"/>
        </a:fillRef>
        <a:effectRef idx="0">
          <a:scrgbClr r="0" g="0" b="0"/>
        </a:effectRef>
        <a:fontRef idx="minor"/>
      </dsp:style>
    </dsp:sp>
    <dsp:sp modelId="{5CB0DBD2-1226-4346-954F-B4B0EB516700}">
      <dsp:nvSpPr>
        <dsp:cNvPr id="0" name=""/>
        <dsp:cNvSpPr/>
      </dsp:nvSpPr>
      <dsp:spPr>
        <a:xfrm>
          <a:off x="2014087" y="2131045"/>
          <a:ext cx="81308" cy="81308"/>
        </a:xfrm>
        <a:prstGeom prst="ellipse">
          <a:avLst/>
        </a:prstGeom>
        <a:solidFill>
          <a:schemeClr val="accent3">
            <a:hueOff val="-223172"/>
            <a:satOff val="6810"/>
            <a:lumOff val="71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9EA0A2-E81C-4D36-81D8-837B3E4FEC08}">
      <dsp:nvSpPr>
        <dsp:cNvPr id="0" name=""/>
        <dsp:cNvSpPr/>
      </dsp:nvSpPr>
      <dsp:spPr>
        <a:xfrm rot="8100000">
          <a:off x="3718438"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AEE9EF59-1265-41DF-91D0-3723A59632B4}">
      <dsp:nvSpPr>
        <dsp:cNvPr id="0" name=""/>
        <dsp:cNvSpPr/>
      </dsp:nvSpPr>
      <dsp:spPr>
        <a:xfrm>
          <a:off x="3787800"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9F35EA-7F43-40B6-BAFC-EB699AAB202A}">
      <dsp:nvSpPr>
        <dsp:cNvPr id="0" name=""/>
        <dsp:cNvSpPr/>
      </dsp:nvSpPr>
      <dsp:spPr>
        <a:xfrm>
          <a:off x="4104000" y="1052840"/>
          <a:ext cx="3036722"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1"/>
            <a:t>Build strictly to the approved design.</a:t>
          </a:r>
          <a:endParaRPr lang="en-US" sz="1500" kern="1200"/>
        </a:p>
      </dsp:txBody>
      <dsp:txXfrm>
        <a:off x="4104000" y="1052840"/>
        <a:ext cx="3036722" cy="1118859"/>
      </dsp:txXfrm>
    </dsp:sp>
    <dsp:sp modelId="{7C14F580-B0F8-4C2B-A59B-CD2F07E06C09}">
      <dsp:nvSpPr>
        <dsp:cNvPr id="0" name=""/>
        <dsp:cNvSpPr/>
      </dsp:nvSpPr>
      <dsp:spPr>
        <a:xfrm>
          <a:off x="4104000" y="434339"/>
          <a:ext cx="3036722"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Implementation</a:t>
          </a:r>
        </a:p>
      </dsp:txBody>
      <dsp:txXfrm>
        <a:off x="4104000" y="434339"/>
        <a:ext cx="3036722" cy="618500"/>
      </dsp:txXfrm>
    </dsp:sp>
    <dsp:sp modelId="{B53F15A4-2F3B-4F35-97D8-9B06968155B8}">
      <dsp:nvSpPr>
        <dsp:cNvPr id="0" name=""/>
        <dsp:cNvSpPr/>
      </dsp:nvSpPr>
      <dsp:spPr>
        <a:xfrm>
          <a:off x="3878143" y="795710"/>
          <a:ext cx="0" cy="1375989"/>
        </a:xfrm>
        <a:prstGeom prst="line">
          <a:avLst/>
        </a:prstGeom>
        <a:noFill/>
        <a:ln w="6350" cap="flat" cmpd="sng" algn="ctr">
          <a:solidFill>
            <a:schemeClr val="accent3">
              <a:hueOff val="-669517"/>
              <a:satOff val="20430"/>
              <a:lumOff val="2157"/>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A18619-C382-4A08-A970-6A0E96824674}">
      <dsp:nvSpPr>
        <dsp:cNvPr id="0" name=""/>
        <dsp:cNvSpPr/>
      </dsp:nvSpPr>
      <dsp:spPr>
        <a:xfrm>
          <a:off x="3836654" y="2131045"/>
          <a:ext cx="81308" cy="81308"/>
        </a:xfrm>
        <a:prstGeom prst="ellipse">
          <a:avLst/>
        </a:prstGeom>
        <a:solidFill>
          <a:schemeClr val="accent3">
            <a:hueOff val="-446345"/>
            <a:satOff val="13620"/>
            <a:lumOff val="1438"/>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99C932-343E-429F-8E0E-E83C23E4A4DB}">
      <dsp:nvSpPr>
        <dsp:cNvPr id="0" name=""/>
        <dsp:cNvSpPr/>
      </dsp:nvSpPr>
      <dsp:spPr>
        <a:xfrm rot="18900000">
          <a:off x="5541005" y="3523498"/>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C0FEC869-D7F3-4582-B2C6-B78056273345}">
      <dsp:nvSpPr>
        <dsp:cNvPr id="0" name=""/>
        <dsp:cNvSpPr/>
      </dsp:nvSpPr>
      <dsp:spPr>
        <a:xfrm>
          <a:off x="5610367" y="3592860"/>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D748F2-957A-4B81-A85D-ACA737E39AE3}">
      <dsp:nvSpPr>
        <dsp:cNvPr id="0" name=""/>
        <dsp:cNvSpPr/>
      </dsp:nvSpPr>
      <dsp:spPr>
        <a:xfrm>
          <a:off x="5926567" y="2963936"/>
          <a:ext cx="3036722" cy="945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t" anchorCtr="0">
          <a:noAutofit/>
        </a:bodyPr>
        <a:lstStyle/>
        <a:p>
          <a:pPr marL="0" lvl="0" indent="0" algn="l" defTabSz="666750">
            <a:lnSpc>
              <a:spcPct val="90000"/>
            </a:lnSpc>
            <a:spcBef>
              <a:spcPct val="0"/>
            </a:spcBef>
            <a:spcAft>
              <a:spcPct val="35000"/>
            </a:spcAft>
            <a:buNone/>
          </a:pPr>
          <a:r>
            <a:rPr lang="en-US" sz="1500" kern="1200" noProof="1"/>
            <a:t>Test against requirements; late rework is expensive.</a:t>
          </a:r>
          <a:endParaRPr lang="en-US" sz="1500" kern="1200"/>
        </a:p>
      </dsp:txBody>
      <dsp:txXfrm>
        <a:off x="5926567" y="2963936"/>
        <a:ext cx="3036722" cy="945123"/>
      </dsp:txXfrm>
    </dsp:sp>
    <dsp:sp modelId="{2C3732A5-E55A-492B-943B-73F2A3971F48}">
      <dsp:nvSpPr>
        <dsp:cNvPr id="0" name=""/>
        <dsp:cNvSpPr/>
      </dsp:nvSpPr>
      <dsp:spPr>
        <a:xfrm>
          <a:off x="5926567" y="2345436"/>
          <a:ext cx="3036722"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Verification</a:t>
          </a:r>
        </a:p>
      </dsp:txBody>
      <dsp:txXfrm>
        <a:off x="5926567" y="2345436"/>
        <a:ext cx="3036722" cy="618500"/>
      </dsp:txXfrm>
    </dsp:sp>
    <dsp:sp modelId="{68BE8F0C-5CC5-4AE4-811D-8D3363962702}">
      <dsp:nvSpPr>
        <dsp:cNvPr id="0" name=""/>
        <dsp:cNvSpPr/>
      </dsp:nvSpPr>
      <dsp:spPr>
        <a:xfrm>
          <a:off x="5700710" y="2171700"/>
          <a:ext cx="0" cy="1355140"/>
        </a:xfrm>
        <a:prstGeom prst="line">
          <a:avLst/>
        </a:prstGeom>
        <a:noFill/>
        <a:ln w="6350" cap="flat" cmpd="sng" algn="ctr">
          <a:solidFill>
            <a:schemeClr val="accent3">
              <a:hueOff val="-1004276"/>
              <a:satOff val="30646"/>
              <a:lumOff val="3236"/>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12245D-AE0B-47E0-92F3-38754BBB9F27}">
      <dsp:nvSpPr>
        <dsp:cNvPr id="0" name=""/>
        <dsp:cNvSpPr/>
      </dsp:nvSpPr>
      <dsp:spPr>
        <a:xfrm>
          <a:off x="5659222" y="2131045"/>
          <a:ext cx="81308" cy="81308"/>
        </a:xfrm>
        <a:prstGeom prst="ellipse">
          <a:avLst/>
        </a:prstGeom>
        <a:solidFill>
          <a:schemeClr val="accent3">
            <a:hueOff val="-669517"/>
            <a:satOff val="20430"/>
            <a:lumOff val="2157"/>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8DD435-43E5-44A2-8EA8-B29827451EFF}">
      <dsp:nvSpPr>
        <dsp:cNvPr id="0" name=""/>
        <dsp:cNvSpPr/>
      </dsp:nvSpPr>
      <dsp:spPr>
        <a:xfrm rot="8100000">
          <a:off x="7363572" y="500491"/>
          <a:ext cx="319409" cy="319409"/>
        </a:xfrm>
        <a:prstGeom prst="teardrop">
          <a:avLst>
            <a:gd name="adj" fmla="val 115000"/>
          </a:avLst>
        </a:prstGeom>
        <a:noFill/>
        <a:ln>
          <a:noFill/>
        </a:ln>
        <a:effectLst/>
      </dsp:spPr>
      <dsp:style>
        <a:lnRef idx="0">
          <a:scrgbClr r="0" g="0" b="0"/>
        </a:lnRef>
        <a:fillRef idx="0">
          <a:scrgbClr r="0" g="0" b="0"/>
        </a:fillRef>
        <a:effectRef idx="0">
          <a:scrgbClr r="0" g="0" b="0"/>
        </a:effectRef>
        <a:fontRef idx="minor"/>
      </dsp:style>
    </dsp:sp>
    <dsp:sp modelId="{0F547665-C689-40B2-B4CB-EFFB7A8A3334}">
      <dsp:nvSpPr>
        <dsp:cNvPr id="0" name=""/>
        <dsp:cNvSpPr/>
      </dsp:nvSpPr>
      <dsp:spPr>
        <a:xfrm>
          <a:off x="7432935" y="569854"/>
          <a:ext cx="180685" cy="180685"/>
        </a:xfrm>
        <a:prstGeom prst="ellipse">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FCA78A-8D5D-46F6-9FD7-79C75D005858}">
      <dsp:nvSpPr>
        <dsp:cNvPr id="0" name=""/>
        <dsp:cNvSpPr/>
      </dsp:nvSpPr>
      <dsp:spPr>
        <a:xfrm>
          <a:off x="7749134" y="1052840"/>
          <a:ext cx="3036722" cy="1118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1"/>
            <a:t>Operate, support, and fix after release.</a:t>
          </a:r>
          <a:endParaRPr lang="en-US" sz="1500" kern="1200"/>
        </a:p>
      </dsp:txBody>
      <dsp:txXfrm>
        <a:off x="7749134" y="1052840"/>
        <a:ext cx="3036722" cy="1118859"/>
      </dsp:txXfrm>
    </dsp:sp>
    <dsp:sp modelId="{460F3918-F945-435F-B047-1810B8E7FB51}">
      <dsp:nvSpPr>
        <dsp:cNvPr id="0" name=""/>
        <dsp:cNvSpPr/>
      </dsp:nvSpPr>
      <dsp:spPr>
        <a:xfrm>
          <a:off x="7749134" y="434339"/>
          <a:ext cx="3036722" cy="618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Maintenance</a:t>
          </a:r>
        </a:p>
      </dsp:txBody>
      <dsp:txXfrm>
        <a:off x="7749134" y="434339"/>
        <a:ext cx="3036722" cy="618500"/>
      </dsp:txXfrm>
    </dsp:sp>
    <dsp:sp modelId="{70645E4F-E50A-4D3E-9954-62053738EE38}">
      <dsp:nvSpPr>
        <dsp:cNvPr id="0" name=""/>
        <dsp:cNvSpPr/>
      </dsp:nvSpPr>
      <dsp:spPr>
        <a:xfrm>
          <a:off x="7523277" y="795710"/>
          <a:ext cx="0" cy="1375989"/>
        </a:xfrm>
        <a:prstGeom prst="line">
          <a:avLst/>
        </a:prstGeom>
        <a:noFill/>
        <a:ln w="6350" cap="flat" cmpd="sng" algn="ctr">
          <a:solidFill>
            <a:schemeClr val="accent3">
              <a:hueOff val="-1339034"/>
              <a:satOff val="40861"/>
              <a:lumOff val="4314"/>
              <a:alphaOff val="0"/>
            </a:schemeClr>
          </a:solidFill>
          <a:prstDash val="solid"/>
          <a:miter lim="800000"/>
        </a:ln>
        <a:effectLst/>
      </dsp:spPr>
      <dsp:style>
        <a:lnRef idx="1">
          <a:scrgbClr r="0" g="0" b="0"/>
        </a:lnRef>
        <a:fillRef idx="0">
          <a:scrgbClr r="0" g="0" b="0"/>
        </a:fillRef>
        <a:effectRef idx="0">
          <a:scrgbClr r="0" g="0" b="0"/>
        </a:effectRef>
        <a:fontRef idx="minor"/>
      </dsp:style>
    </dsp:sp>
    <dsp:sp modelId="{76922832-9DA3-44E9-B0FD-29CF4807318E}">
      <dsp:nvSpPr>
        <dsp:cNvPr id="0" name=""/>
        <dsp:cNvSpPr/>
      </dsp:nvSpPr>
      <dsp:spPr>
        <a:xfrm>
          <a:off x="7481789" y="2131045"/>
          <a:ext cx="81308" cy="81308"/>
        </a:xfrm>
        <a:prstGeom prst="ellipse">
          <a:avLst/>
        </a:prstGeom>
        <a:solidFill>
          <a:schemeClr val="accent3">
            <a:hueOff val="-892689"/>
            <a:satOff val="27241"/>
            <a:lumOff val="2876"/>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FFF0E-1D94-4AFB-9CC8-DBB0B5B78D37}">
      <dsp:nvSpPr>
        <dsp:cNvPr id="0" name=""/>
        <dsp:cNvSpPr/>
      </dsp:nvSpPr>
      <dsp:spPr>
        <a:xfrm rot="5400000">
          <a:off x="-1033945" y="1034812"/>
          <a:ext cx="2737842" cy="66995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defRPr b="1"/>
          </a:pPr>
          <a:r>
            <a:rPr sz="3700" kern="1200"/>
            <a:t>1</a:t>
          </a:r>
        </a:p>
      </dsp:txBody>
      <dsp:txXfrm rot="-5400000">
        <a:off x="1" y="866"/>
        <a:ext cx="669950" cy="2737842"/>
      </dsp:txXfrm>
    </dsp:sp>
    <dsp:sp modelId="{539AD4EB-5E82-4410-A9C3-F511D9C74F80}">
      <dsp:nvSpPr>
        <dsp:cNvPr id="0" name=""/>
        <dsp:cNvSpPr/>
      </dsp:nvSpPr>
      <dsp:spPr>
        <a:xfrm>
          <a:off x="803940" y="866"/>
          <a:ext cx="5895562" cy="1095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50800" rIns="415965" bIns="50800" numCol="1" spcCol="1270" anchor="b" anchorCtr="0">
          <a:noAutofit/>
        </a:bodyPr>
        <a:lstStyle/>
        <a:p>
          <a:pPr marL="0" lvl="0" indent="0" algn="l" defTabSz="889000">
            <a:lnSpc>
              <a:spcPct val="90000"/>
            </a:lnSpc>
            <a:spcBef>
              <a:spcPct val="0"/>
            </a:spcBef>
            <a:spcAft>
              <a:spcPct val="35000"/>
            </a:spcAft>
            <a:buNone/>
            <a:defRPr b="1"/>
          </a:pPr>
          <a:r>
            <a:rPr lang="en-US" sz="2000" b="0" kern="1200" cap="all">
              <a:solidFill>
                <a:schemeClr val="accent1"/>
              </a:solidFill>
            </a:rPr>
            <a:t>Choose Waterfall When</a:t>
          </a:r>
          <a:endParaRPr lang="en-US" sz="2000" b="0" kern="1200"/>
        </a:p>
      </dsp:txBody>
      <dsp:txXfrm>
        <a:off x="803940" y="866"/>
        <a:ext cx="5895562" cy="1095136"/>
      </dsp:txXfrm>
    </dsp:sp>
    <dsp:sp modelId="{ED87E15D-95EA-4E11-9336-E132C6F5CF65}">
      <dsp:nvSpPr>
        <dsp:cNvPr id="0" name=""/>
        <dsp:cNvSpPr/>
      </dsp:nvSpPr>
      <dsp:spPr>
        <a:xfrm>
          <a:off x="803940" y="1096003"/>
          <a:ext cx="5895562" cy="1368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40640" rIns="41596" bIns="4064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2"/>
              </a:solidFill>
            </a:rPr>
            <a:t>Requirements are fixed</a:t>
          </a:r>
          <a:endParaRPr lang="en-US" sz="1600" kern="1200"/>
        </a:p>
      </dsp:txBody>
      <dsp:txXfrm>
        <a:off x="803940" y="1096003"/>
        <a:ext cx="5895562" cy="1368921"/>
      </dsp:txXfrm>
    </dsp:sp>
    <dsp:sp modelId="{54491A22-F101-481F-B3F8-5B6A1E3D5FD0}">
      <dsp:nvSpPr>
        <dsp:cNvPr id="0" name=""/>
        <dsp:cNvSpPr/>
      </dsp:nvSpPr>
      <dsp:spPr>
        <a:xfrm rot="5400000">
          <a:off x="-1033945" y="3781637"/>
          <a:ext cx="2737842" cy="669950"/>
        </a:xfrm>
        <a:prstGeom prst="rect">
          <a:avLst/>
        </a:prstGeom>
        <a:solidFill>
          <a:schemeClr val="accent1">
            <a:hueOff val="0"/>
            <a:satOff val="0"/>
            <a:lumOff val="0"/>
            <a:alphaOff val="0"/>
          </a:schemeClr>
        </a:solidFill>
        <a:ln w="5715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defRPr b="1"/>
          </a:pPr>
          <a:r>
            <a:rPr sz="3700" kern="1200"/>
            <a:t>2</a:t>
          </a:r>
        </a:p>
      </dsp:txBody>
      <dsp:txXfrm rot="-5400000">
        <a:off x="1" y="2747691"/>
        <a:ext cx="669950" cy="2737842"/>
      </dsp:txXfrm>
    </dsp:sp>
    <dsp:sp modelId="{57FB2030-152A-4F3D-82EF-1BCADCD2BA97}">
      <dsp:nvSpPr>
        <dsp:cNvPr id="0" name=""/>
        <dsp:cNvSpPr/>
      </dsp:nvSpPr>
      <dsp:spPr>
        <a:xfrm>
          <a:off x="803940" y="2747691"/>
          <a:ext cx="5895562" cy="1095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50800" rIns="415965" bIns="50800" numCol="1" spcCol="1270" anchor="b" anchorCtr="0">
          <a:noAutofit/>
        </a:bodyPr>
        <a:lstStyle/>
        <a:p>
          <a:pPr marL="0" lvl="0" indent="0" algn="l" defTabSz="889000">
            <a:lnSpc>
              <a:spcPct val="90000"/>
            </a:lnSpc>
            <a:spcBef>
              <a:spcPct val="0"/>
            </a:spcBef>
            <a:spcAft>
              <a:spcPct val="35000"/>
            </a:spcAft>
            <a:buNone/>
            <a:defRPr b="1"/>
          </a:pPr>
          <a:r>
            <a:rPr lang="en-US" sz="2000" b="0" kern="1200" cap="all">
              <a:solidFill>
                <a:schemeClr val="accent1"/>
              </a:solidFill>
            </a:rPr>
            <a:t>Choose Agile When</a:t>
          </a:r>
          <a:endParaRPr lang="en-US" sz="2000" b="0" kern="1200"/>
        </a:p>
      </dsp:txBody>
      <dsp:txXfrm>
        <a:off x="803940" y="2747691"/>
        <a:ext cx="5895562" cy="1095136"/>
      </dsp:txXfrm>
    </dsp:sp>
    <dsp:sp modelId="{90B1C859-744A-4126-9213-BD847C8DEBB0}">
      <dsp:nvSpPr>
        <dsp:cNvPr id="0" name=""/>
        <dsp:cNvSpPr/>
      </dsp:nvSpPr>
      <dsp:spPr>
        <a:xfrm>
          <a:off x="803940" y="3842828"/>
          <a:ext cx="5895562" cy="1368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500" tIns="40640" rIns="41596" bIns="4064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2"/>
              </a:solidFill>
            </a:rPr>
            <a:t>Market moves fast</a:t>
          </a:r>
          <a:endParaRPr lang="en-US" sz="1600" kern="1200"/>
        </a:p>
      </dsp:txBody>
      <dsp:txXfrm>
        <a:off x="803940" y="3842828"/>
        <a:ext cx="5895562" cy="1368921"/>
      </dsp:txXfrm>
    </dsp:sp>
  </dsp:spTree>
</dsp:drawing>
</file>

<file path=ppt/diagrams/layout1.xml><?xml version="1.0" encoding="utf-8"?>
<dgm:layoutDef xmlns:dgm="http://schemas.openxmlformats.org/drawingml/2006/diagram" xmlns:a="http://schemas.openxmlformats.org/drawingml/2006/main" uniqueId="urn:microsoft.com/office/officeart/2024/3/layout/BulletTimelineDefaultVariant">
  <dgm:title val="Bullet Timeline"/>
  <dgm:desc val="Displays bulleted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70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4"/>
                  <dgm:constr type="h" for="ch" forName="Ellipse1" refType="w" refFor="ch" refForName="DropPin1" fact="0.4"/>
                  <dgm:constr type="ctrX" for="ch" forName="Ellipse1" refType="ctrX" refFor="ch" refForName="DropPin1"/>
                  <dgm:constr type="ctrY" for="ch" forName="Ellipse1" refType="ctrY" refFor="ch" refForName="DropPin1"/>
                </dgm:constrLst>
                <dgm:layoutNode name="DropPin1" styleLbl="revTx">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node2"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4"/>
                  <dgm:constr type="h" for="ch" forName="Ellipse" refType="w" refFor="ch" refForName="DropPin" fact="0.4"/>
                  <dgm:constr type="ctrX" for="ch" forName="Ellipse" refType="ctrX" refFor="ch" refForName="DropPin"/>
                  <dgm:constr type="ctrY" for="ch" forName="Ellipse" refType="ctrY" refFor="ch" refForName="DropPin"/>
                </dgm:constrLst>
                <dgm:layoutNode name="DropPin" styleLbl="revTx">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node2"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BulletTimelineDefaultVariant">
  <dgm:title val="Bullet Timeline"/>
  <dgm:desc val="Displays bulleted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70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b" for="ch" forName="L1TextContainer1" refType="h" fact="0.178"/>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8"/>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t" for="ch" forName="L1TextContainer1" refType="h" fact="0.55"/>
                        <dgm:constr type="b" for="ch" forName="L1TextContainer1" refType="h" fact="0.728"/>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fact="0.89"/>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4"/>
                  <dgm:constr type="h" for="ch" forName="Ellipse1" refType="w" refFor="ch" refForName="DropPin1" fact="0.4"/>
                  <dgm:constr type="ctrX" for="ch" forName="Ellipse1" refType="ctrX" refFor="ch" refForName="DropPin1"/>
                  <dgm:constr type="ctrY" for="ch" forName="Ellipse1" refType="ctrY" refFor="ch" refForName="DropPin1"/>
                </dgm:constrLst>
                <dgm:layoutNode name="DropPin1" styleLbl="revTx">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node2"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b" for="ch" forName="L1TextContainer" refType="h" fact="0.178"/>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8"/>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t" for="ch" forName="L1TextContainer" refType="h" fact="0.55"/>
                        <dgm:constr type="b" for="ch" forName="L1TextContainer" refType="h" fact="0.728"/>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fact="0.89"/>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4"/>
                  <dgm:constr type="h" for="ch" forName="Ellipse" refType="w" refFor="ch" refForName="DropPin" fact="0.4"/>
                  <dgm:constr type="ctrX" for="ch" forName="Ellipse" refType="ctrX" refFor="ch" refForName="DropPin"/>
                  <dgm:constr type="ctrY" for="ch" forName="Ellipse" refType="ctrY" refFor="ch" refForName="DropPin"/>
                </dgm:constrLst>
                <dgm:layoutNode name="DropPin" styleLbl="revTx">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node2"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5"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25/8/layout/Vertical Process 01">
  <dgm:title val="Vertical Process 01"/>
  <dgm:desc val=""/>
  <dgm:catLst>
    <dgm:cat type="list" pri="4132"/>
    <dgm:cat type="process" pri="4132"/>
    <dgm:cat type="other" pri="1402"/>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 modelId="6">
          <dgm:prSet phldr="1"/>
        </dgm:pt>
        <dgm:pt modelId="61">
          <dgm:prSet phldr="1"/>
        </dgm:pt>
        <dgm:pt modelId="7">
          <dgm:prSet phldr="1"/>
        </dgm:pt>
        <dgm:pt modelId="71">
          <dgm:prSet phldr="1"/>
        </dgm:pt>
        <dgm:pt modelId="8">
          <dgm:prSet phldr="1"/>
        </dgm:pt>
        <dgm:pt modelId="81">
          <dgm:prSet phldr="1"/>
        </dgm:pt>
        <dgm:pt modelId="9">
          <dgm:prSet phldr="1"/>
        </dgm:pt>
        <dgm:pt modelId="91">
          <dgm:prSet phldr="1"/>
        </dgm:pt>
        <dgm:pt modelId="10">
          <dgm:prSet phldr="1"/>
        </dgm:pt>
        <dgm:pt modelId="101">
          <dgm:prSet phldr="1"/>
        </dgm:pt>
        <dgm:pt modelId="1101" type="sibTrans" cxnId="101">
          <dgm:prSet phldrT="1"/>
          <dgm:t>
            <a:bodyPr/>
            <a:lstStyle/>
            <a:p>
              <a:r>
                <a:t>1</a:t>
              </a:r>
            </a:p>
          </dgm:t>
        </dgm:pt>
        <dgm:pt modelId="1102" type="sibTrans" cxnId="102">
          <dgm:prSet phldrT="2"/>
          <dgm:t>
            <a:bodyPr/>
            <a:lstStyle/>
            <a:p>
              <a:r>
                <a:t>2</a:t>
              </a:r>
            </a:p>
          </dgm:t>
        </dgm:pt>
        <dgm:pt modelId="1103" type="sibTrans" cxnId="103">
          <dgm:prSet phldrT="3"/>
          <dgm:t>
            <a:bodyPr/>
            <a:lstStyle/>
            <a:p>
              <a:r>
                <a:t>3</a:t>
              </a:r>
            </a:p>
          </dgm:t>
        </dgm:pt>
        <dgm:pt modelId="1104" type="sibTrans" cxnId="104">
          <dgm:prSet phldrT="4"/>
          <dgm:t>
            <a:bodyPr/>
            <a:lstStyle/>
            <a:p>
              <a:r>
                <a:t>4</a:t>
              </a:r>
            </a:p>
          </dgm:t>
        </dgm:pt>
        <dgm:pt modelId="1105" type="sibTrans" cxnId="105">
          <dgm:prSet phldrT="5"/>
          <dgm:t>
            <a:bodyPr/>
            <a:lstStyle/>
            <a:p>
              <a:r>
                <a:t>5</a:t>
              </a:r>
            </a:p>
          </dgm:t>
        </dgm:pt>
        <dgm:pt modelId="1106" type="sibTrans" cxnId="106">
          <dgm:prSet phldrT="6"/>
          <dgm:t>
            <a:bodyPr/>
            <a:lstStyle/>
            <a:p>
              <a:r>
                <a:t>6</a:t>
              </a:r>
            </a:p>
          </dgm:t>
        </dgm:pt>
        <dgm:pt modelId="1107" type="sibTrans" cxnId="107">
          <dgm:prSet phldrT="7"/>
          <dgm:t>
            <a:bodyPr/>
            <a:lstStyle/>
            <a:p>
              <a:r>
                <a:t>7</a:t>
              </a:r>
            </a:p>
          </dgm:t>
        </dgm:pt>
        <dgm:pt modelId="1108" type="sibTrans" cxnId="108">
          <dgm:prSet phldrT="8"/>
          <dgm:t>
            <a:bodyPr/>
            <a:lstStyle/>
            <a:p>
              <a:r>
                <a:t>8</a:t>
              </a:r>
            </a:p>
          </dgm:t>
        </dgm:pt>
        <dgm:pt modelId="1109" type="sibTrans" cxnId="109">
          <dgm:prSet phldrT="9"/>
          <dgm:t>
            <a:bodyPr/>
            <a:lstStyle/>
            <a:p>
              <a:r>
                <a:t>9</a:t>
              </a:r>
            </a:p>
          </dgm:t>
        </dgm:pt>
        <dgm:pt modelId="1110" type="sibTrans" cxnId="110">
          <dgm:prSet phldrT="10"/>
          <dgm:t>
            <a:bodyPr/>
            <a:lstStyle/>
            <a:p>
              <a:r>
                <a:t>10</a:t>
              </a:r>
            </a:p>
          </dgm:t>
        </dgm:pt>
      </dgm:ptLst>
      <dgm:cxnLst>
        <dgm:cxn modelId="101" srcId="0" destId="1" srcOrd="0" destOrd="0" sibTransId="1101"/>
        <dgm:cxn modelId="102" srcId="0" destId="2" srcOrd="1" destOrd="0" sibTransId="1102"/>
        <dgm:cxn modelId="103" srcId="0" destId="3" srcOrd="2" destOrd="0" sibTransId="1103"/>
        <dgm:cxn modelId="104" srcId="0" destId="4" srcOrd="3" destOrd="0" sibTransId="1104"/>
        <dgm:cxn modelId="105" srcId="0" destId="5" srcOrd="4" destOrd="0" sibTransId="1105"/>
        <dgm:cxn modelId="106" srcId="0" destId="6" srcOrd="5" destOrd="0" sibTransId="1106"/>
        <dgm:cxn modelId="107" srcId="0" destId="7" srcOrd="6" destOrd="0" sibTransId="1107"/>
        <dgm:cxn modelId="108" srcId="0" destId="8" srcOrd="7" destOrd="0" sibTransId="1108"/>
        <dgm:cxn modelId="109" srcId="0" destId="9" srcOrd="8" destOrd="0" sibTransId="1109"/>
        <dgm:cxn modelId="110" srcId="0" destId="10" srcOrd="9" destOrd="0" sibTransId="1110"/>
        <dgm:cxn modelId="111" srcId="1" destId="11" srcOrd="0" destOrd="0"/>
        <dgm:cxn modelId="112" srcId="2" destId="21" srcOrd="0" destOrd="0"/>
        <dgm:cxn modelId="113" srcId="3" destId="31" srcOrd="0" destOrd="0"/>
        <dgm:cxn modelId="114" srcId="4" destId="41" srcOrd="0" destOrd="0"/>
        <dgm:cxn modelId="115" srcId="5" destId="51" srcOrd="0" destOrd="0"/>
        <dgm:cxn modelId="116" srcId="6" destId="61" srcOrd="0" destOrd="0"/>
        <dgm:cxn modelId="117" srcId="7" destId="71" srcOrd="0" destOrd="0"/>
        <dgm:cxn modelId="118" srcId="8" destId="81" srcOrd="0" destOrd="0"/>
        <dgm:cxn modelId="119" srcId="9" destId="91" srcOrd="0" destOrd="0"/>
        <dgm:cxn modelId="120" srcId="10" destId="101" srcOrd="0"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idxText" op="equ"/>
      <dgm:constr type="h" for="ch" forName="sp" val="0.5"/>
      <dgm:constr type="primFontSz" for="des" forName="parentNode" op="equ" val="14"/>
      <dgm:constr type="primFontSz" for="des" forName="childNode" op="equ" val="12"/>
      <dgm:constr type="primFontSz" for="des" forName="childNode" refType="primFontSz" refFor="des" refForName="parentNode" op="lte"/>
    </dgm:constrLst>
    <dgm:ruleLst/>
    <dgm:forEach name="Name0" axis="ch" ptType="node">
      <dgm:layoutNode name="composite">
        <dgm:alg type="composite"/>
        <dgm:shape xmlns:r="http://schemas.openxmlformats.org/officeDocument/2006/relationships" r:blip="">
          <dgm:adjLst/>
        </dgm:shape>
        <dgm:presOf/>
        <dgm:constrLst>
          <dgm:constr type="t" for="ch" forName="idxText"/>
          <dgm:constr type="l" for="ch" forName="idxText"/>
          <dgm:constr type="w" for="ch" forName="idxText" refType="h" fact="0.3"/>
          <dgm:constr type="h" for="ch" forName="idxText" refType="h"/>
          <dgm:constr type="w" for="ch" forName="idxText" refType="w" op="lte" fact="0.1"/>
          <dgm:constr type="w" for="ch" forName="idxText" refType="h" refFor="ch" refForName="idxText" op="lte" fact="0.5"/>
          <dgm:constr type="l" for="ch" forName="parentNode" refType="r" refFor="ch" refForName="idxText" fact="1.2"/>
          <dgm:constr type="h" for="ch" forName="parentNode" refType="h" fact="0.4"/>
          <dgm:constr type="h" for="ch" forName="childNode" refType="h" fact="0.5"/>
          <dgm:constr type="t" for="ch" forName="childNode" refType="b" refFor="ch" refForName="parentNode"/>
          <dgm:constr type="w" for="ch" forName="childNode" refType="w" refFor="ch" refForName="parentNode"/>
          <dgm:constr type="l" for="ch" forName="childNode" refType="l" refFor="ch" refForName="parentNode"/>
        </dgm:constrLst>
        <dgm:ruleLst/>
        <dgm:forEach name="Name15" axis="followSib" ptType="sibTrans" hideLastTrans="0" cnt="1">
          <dgm:layoutNode name="idxText" styleLbl="alignAcc1">
            <dgm:varLst>
              <dgm:chMax val="1"/>
              <dgm:bulletEnabled val="1"/>
            </dgm:varLst>
            <dgm:alg type="tx"/>
            <dgm:shape xmlns:r="http://schemas.openxmlformats.org/officeDocument/2006/relationships" rot="90" type="chevron" r:blip="">
              <dgm:adjLst/>
            </dgm:shape>
            <dgm:presOf axis="self" ptType="sibTrans"/>
            <dgm:constrLst>
              <dgm:constr type="lMarg" refType="primFontSz" fact="0.05"/>
              <dgm:constr type="rMarg" refType="primFontSz" fact="0.05"/>
              <dgm:constr type="tMarg" refType="primFontSz" fact="0.05"/>
              <dgm:constr type="bMarg" refType="primFontSz" fact="0.05"/>
              <dgm:constr type="primFontSz" refType="w" fact="2"/>
            </dgm:constrLst>
            <dgm:ruleLst/>
          </dgm:layoutNode>
        </dgm:forEach>
        <dgm:layoutNode name="parentNode" styleLbl="revTx">
          <dgm:varLst>
            <dgm:bulletEnabled val="1"/>
          </dgm:varLst>
          <dgm:alg type="tx">
            <dgm:param type="txAnchorVert" val="b"/>
            <dgm:param type="parTxLTRAlign" val="l"/>
            <dgm:param type="parTxRTLAlign" val="r"/>
            <dgm:param type="stBulletLvl" val="2"/>
          </dgm:alg>
          <dgm:shape xmlns:r="http://schemas.openxmlformats.org/officeDocument/2006/relationships" type="rect" r:blip="">
            <dgm:adjLst/>
          </dgm:shape>
          <dgm:presOf axis="self" ptType="node"/>
          <dgm:constrLst>
            <dgm:constr type="tMarg" refType="primFontSz" fact="0.2"/>
            <dgm:constr type="bMarg" refType="primFontSz" fact="0.2"/>
            <dgm:constr type="lMarg" val="5"/>
            <dgm:constr type="rMarg" refType="w" fact="0.2"/>
          </dgm:constrLst>
          <dgm:ruleLst>
            <dgm:rule type="primFontSz" val="5" fact="NaN" max="NaN"/>
          </dgm:ruleLst>
        </dgm:layoutNode>
        <dgm:layoutNode name="childNode" styleLbl="revTx">
          <dgm:varLst>
            <dgm:bulletEnabled val="1"/>
          </dgm:varLst>
          <dgm:alg type="tx">
            <dgm:param type="txAnchorVert" val="t"/>
            <dgm:param type="parTxLTRAlign" val="l"/>
            <dgm:param type="parTxRTLAlign" val="r"/>
            <dgm:param type="stBulletLvl" val="2"/>
          </dgm:alg>
          <dgm:shape xmlns:r="http://schemas.openxmlformats.org/officeDocument/2006/relationships" type="rect" r:blip="">
            <dgm:adjLst/>
          </dgm:shape>
          <dgm:presOf axis="ch" ptType="node" cnt="1"/>
          <dgm:constrLst>
            <dgm:constr type="tMarg" refType="primFontSz" fact="0.2"/>
            <dgm:constr type="bMarg" refType="primFontSz" fact="0.2"/>
            <dgm:constr type="lMarg" val="5"/>
            <dgm:constr type="rMarg" refType="w" fact="0.02"/>
          </dgm:constrLst>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F306218-A6E7-46E1-960F-CEC75BCB1D7B}" type="datetimeFigureOut">
              <a:rPr lang="en-US" smtClean="0"/>
              <a:t>4/16/2026</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D88E8C73-198F-4951-AE9E-E3C580587E67}" type="slidenum">
              <a:rPr lang="en-US" smtClean="0"/>
              <a:t>‹#›</a:t>
            </a:fld>
            <a:endParaRPr lang="en-US"/>
          </a:p>
        </p:txBody>
      </p:sp>
    </p:spTree>
    <p:extLst>
      <p:ext uri="{BB962C8B-B14F-4D97-AF65-F5344CB8AC3E}">
        <p14:creationId xmlns:p14="http://schemas.microsoft.com/office/powerpoint/2010/main" val="3434511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pPr lvl="0"/>
            <a:r>
              <a:rPr lang="en-US" dirty="0"/>
              <a:t>In the Scrum-Agile framework, we move away from traditional top-down hierarchies toward three specific roles that ensure project success. </a:t>
            </a:r>
          </a:p>
          <a:p>
            <a:pPr lvl="0"/>
            <a:endParaRPr lang="en-US" dirty="0"/>
          </a:p>
          <a:p>
            <a:pPr lvl="0"/>
            <a:r>
              <a:rPr lang="en-US" dirty="0"/>
              <a:t>The </a:t>
            </a:r>
            <a:r>
              <a:rPr lang="en-US" b="1" dirty="0"/>
              <a:t>Product Owner</a:t>
            </a:r>
            <a:r>
              <a:rPr lang="en-US" dirty="0"/>
              <a:t> is crucial because they decide </a:t>
            </a:r>
            <a:r>
              <a:rPr lang="en-US" i="1" dirty="0"/>
              <a:t>what</a:t>
            </a:r>
            <a:r>
              <a:rPr lang="en-US" dirty="0"/>
              <a:t> to build, ensuring we always deliver high-value features first—as seen when we prioritized travel recommendations over search filters in the SNHU project.</a:t>
            </a:r>
          </a:p>
          <a:p>
            <a:pPr lvl="0"/>
            <a:endParaRPr lang="en-US" dirty="0"/>
          </a:p>
          <a:p>
            <a:pPr lvl="0"/>
            <a:r>
              <a:rPr lang="en-US" dirty="0"/>
              <a:t>The </a:t>
            </a:r>
            <a:r>
              <a:rPr lang="en-US" b="1" dirty="0"/>
              <a:t>Scrum Master</a:t>
            </a:r>
            <a:r>
              <a:rPr lang="en-US" dirty="0"/>
              <a:t> acts as a coach rather than a boss, focusing on the team's efficiency and process health.</a:t>
            </a:r>
          </a:p>
          <a:p>
            <a:pPr lvl="0"/>
            <a:endParaRPr lang="en-US" dirty="0"/>
          </a:p>
          <a:p>
            <a:r>
              <a:rPr lang="en-US" dirty="0"/>
              <a:t>Finally, the </a:t>
            </a:r>
            <a:r>
              <a:rPr lang="en-US" b="1" dirty="0"/>
              <a:t>Developers</a:t>
            </a:r>
            <a:r>
              <a:rPr lang="en-US" dirty="0"/>
              <a:t> (including testers and designers) are self-organizing. This means they decide </a:t>
            </a:r>
            <a:r>
              <a:rPr lang="en-US" i="1" dirty="0"/>
              <a:t>how</a:t>
            </a:r>
            <a:r>
              <a:rPr lang="en-US" dirty="0"/>
              <a:t> to do the work, which fosters accountability and innovation.</a:t>
            </a:r>
          </a:p>
        </p:txBody>
      </p:sp>
      <p:sp>
        <p:nvSpPr>
          <p:cNvPr id="4" name="Slide Number Placeholder 3"/>
          <p:cNvSpPr>
            <a:spLocks noGrp="1"/>
          </p:cNvSpPr>
          <p:nvPr>
            <p:ph type="sldNum" sz="quarter" idx="5"/>
          </p:nvPr>
        </p:nvSpPr>
        <p:spPr/>
        <p:txBody>
          <a:bodyPr/>
          <a:lstStyle/>
          <a:p>
            <a:fld id="{D88E8C73-198F-4951-AE9E-E3C580587E67}" type="slidenum">
              <a:rPr lang="en-US" smtClean="0"/>
              <a:t>1</a:t>
            </a:fld>
            <a:endParaRPr lang="en-US"/>
          </a:p>
        </p:txBody>
      </p:sp>
    </p:spTree>
    <p:extLst>
      <p:ext uri="{BB962C8B-B14F-4D97-AF65-F5344CB8AC3E}">
        <p14:creationId xmlns:p14="http://schemas.microsoft.com/office/powerpoint/2010/main" val="377255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pPr lvl="0"/>
            <a:endParaRPr lang="en-US" dirty="0"/>
          </a:p>
          <a:p>
            <a:pPr lvl="0"/>
            <a:r>
              <a:rPr lang="en-US" dirty="0"/>
              <a:t>The Agile SDLC is not a linear line but a series of repeatable cycles. Unlike Waterfall, where testing happens once at the very end, in Agile, we integrate </a:t>
            </a:r>
            <a:r>
              <a:rPr lang="en-US" b="1" dirty="0"/>
              <a:t>testing and feedback</a:t>
            </a:r>
            <a:r>
              <a:rPr lang="en-US" dirty="0"/>
              <a:t> into every 2- to 4-week sprint.</a:t>
            </a:r>
          </a:p>
          <a:p>
            <a:endParaRPr lang="en-US" dirty="0"/>
          </a:p>
          <a:p>
            <a:r>
              <a:rPr lang="en-US" dirty="0"/>
              <a:t>For the SNHU project, this meant we could release a 'Minimum Viable Product' early and then add features like 'Mobile Integration' incrementally. This 'Inspect and Adapt' cycle reduces the risk of building a product that no longer meets user needs by the time it launches.</a:t>
            </a:r>
          </a:p>
        </p:txBody>
      </p:sp>
      <p:sp>
        <p:nvSpPr>
          <p:cNvPr id="4" name="Slide Number Placeholder 3"/>
          <p:cNvSpPr>
            <a:spLocks noGrp="1"/>
          </p:cNvSpPr>
          <p:nvPr>
            <p:ph type="sldNum" sz="quarter" idx="5"/>
          </p:nvPr>
        </p:nvSpPr>
        <p:spPr/>
        <p:txBody>
          <a:bodyPr/>
          <a:lstStyle/>
          <a:p>
            <a:fld id="{D88E8C73-198F-4951-AE9E-E3C580587E67}" type="slidenum">
              <a:rPr lang="en-US" smtClean="0"/>
              <a:t>2</a:t>
            </a:fld>
            <a:endParaRPr lang="en-US"/>
          </a:p>
        </p:txBody>
      </p:sp>
    </p:spTree>
    <p:extLst>
      <p:ext uri="{BB962C8B-B14F-4D97-AF65-F5344CB8AC3E}">
        <p14:creationId xmlns:p14="http://schemas.microsoft.com/office/powerpoint/2010/main" val="369106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dirty="0"/>
          </a:p>
          <a:p>
            <a:pPr lvl="0"/>
            <a:endParaRPr lang="en-US" dirty="0"/>
          </a:p>
          <a:p>
            <a:pPr lvl="0"/>
            <a:r>
              <a:rPr lang="en-US" dirty="0"/>
              <a:t>To understand why we are shifting, look at how Waterfall would have handled a mid-project change like our mobile app's 'Offline Mode' In Waterfall, we would have signed off on all requirements months ago. A change now would require a formal, time-consuming 'Change Request' and potentially re-doing the entire design and coding phases.</a:t>
            </a:r>
          </a:p>
          <a:p>
            <a:pPr lvl="0"/>
            <a:endParaRPr lang="en-US" dirty="0"/>
          </a:p>
          <a:p>
            <a:pPr lvl="0"/>
            <a:r>
              <a:rPr lang="en-US" dirty="0"/>
              <a:t>Waterfall treats a project like a train on a track—it’s great for predictability, but it’s disastrous if the track needs to turn and the train can't.</a:t>
            </a:r>
          </a:p>
          <a:p>
            <a:endParaRPr lang="en-US" dirty="0"/>
          </a:p>
        </p:txBody>
      </p:sp>
      <p:sp>
        <p:nvSpPr>
          <p:cNvPr id="4" name="Slide Number Placeholder 3"/>
          <p:cNvSpPr>
            <a:spLocks noGrp="1"/>
          </p:cNvSpPr>
          <p:nvPr>
            <p:ph type="sldNum" sz="quarter" idx="5"/>
          </p:nvPr>
        </p:nvSpPr>
        <p:spPr/>
        <p:txBody>
          <a:bodyPr/>
          <a:lstStyle/>
          <a:p>
            <a:fld id="{D88E8C73-198F-4951-AE9E-E3C580587E67}" type="slidenum">
              <a:rPr lang="en-US" smtClean="0"/>
              <a:t>3</a:t>
            </a:fld>
            <a:endParaRPr lang="en-US"/>
          </a:p>
        </p:txBody>
      </p:sp>
    </p:spTree>
    <p:extLst>
      <p:ext uri="{BB962C8B-B14F-4D97-AF65-F5344CB8AC3E}">
        <p14:creationId xmlns:p14="http://schemas.microsoft.com/office/powerpoint/2010/main" val="905743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endParaRPr lang="en-US" dirty="0"/>
          </a:p>
          <a:p>
            <a:pPr lvl="0"/>
            <a:r>
              <a:rPr lang="en-US" dirty="0"/>
              <a:t>Choosing a methodology isn't about which is 'better' overall, but which is right for the specific project context. Our experience with SNHU Travel proved that for modern software, Agile is superior because it embraces </a:t>
            </a:r>
            <a:r>
              <a:rPr lang="en-US" b="1" dirty="0"/>
              <a:t>uncertainty</a:t>
            </a:r>
            <a:r>
              <a:rPr lang="en-US" dirty="0"/>
              <a:t> as a learning opportunity.</a:t>
            </a:r>
          </a:p>
          <a:p>
            <a:endParaRPr lang="en-US" dirty="0"/>
          </a:p>
          <a:p>
            <a:r>
              <a:rPr lang="en-US" dirty="0"/>
              <a:t>Data shows Agile projects are three times more likely to succeed in the technology sector because they identify risks 60% faster than traditional models.</a:t>
            </a:r>
          </a:p>
        </p:txBody>
      </p:sp>
      <p:sp>
        <p:nvSpPr>
          <p:cNvPr id="4" name="Slide Number Placeholder 3"/>
          <p:cNvSpPr>
            <a:spLocks noGrp="1"/>
          </p:cNvSpPr>
          <p:nvPr>
            <p:ph type="sldNum" sz="quarter" idx="5"/>
          </p:nvPr>
        </p:nvSpPr>
        <p:spPr/>
        <p:txBody>
          <a:bodyPr/>
          <a:lstStyle/>
          <a:p>
            <a:fld id="{D88E8C73-198F-4951-AE9E-E3C580587E67}" type="slidenum">
              <a:rPr lang="en-US" smtClean="0"/>
              <a:t>4</a:t>
            </a:fld>
            <a:endParaRPr lang="en-US"/>
          </a:p>
        </p:txBody>
      </p:sp>
    </p:spTree>
    <p:extLst>
      <p:ext uri="{BB962C8B-B14F-4D97-AF65-F5344CB8AC3E}">
        <p14:creationId xmlns:p14="http://schemas.microsoft.com/office/powerpoint/2010/main" val="2662856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8E8C73-198F-4951-AE9E-E3C580587E67}" type="slidenum">
              <a:rPr lang="en-US" smtClean="0"/>
              <a:t>5</a:t>
            </a:fld>
            <a:endParaRPr lang="en-US"/>
          </a:p>
        </p:txBody>
      </p:sp>
    </p:spTree>
    <p:extLst>
      <p:ext uri="{BB962C8B-B14F-4D97-AF65-F5344CB8AC3E}">
        <p14:creationId xmlns:p14="http://schemas.microsoft.com/office/powerpoint/2010/main" val="305571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err="1"/>
              <a:t>Mudwerks</a:t>
            </a:r>
            <a:r>
              <a:rPr lang="en-US"/>
              <a:t>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F11CBAD0-6E51-4AA8-9978-B35C68446195}"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err="1"/>
              <a:t>Mudwerks</a:t>
            </a:r>
            <a:r>
              <a:rPr lang="en-US"/>
              <a:t>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39C784E1-8B57-4E63-9257-908CB727AE58}"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309385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err="1"/>
              <a:t>Mudwerks</a:t>
            </a:r>
            <a:r>
              <a:rPr lang="en-US"/>
              <a:t>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72332E08-A2B4-49AE-B113-48F763AAC642}"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81840FB-B203-4F8A-BE86-9A8A89B13C27}"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Mudwerks Pottery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9131EECB-35DB-49C6-9195-BCFD88CDAC1B}" type="datetime1">
              <a:rPr lang="en-US" smtClean="0"/>
              <a:t>4/16/2026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F83CE761-4B24-4945-9858-413513118D9F}"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6AF22256-29AD-4163-BD9E-D63131319538}"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87B138C-EE6F-4F20-BBD2-514A8E7FF0AB}"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Mudwerks Pottery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A25ADC66-7A6C-4A9E-8549-F8857D42B394}" type="datetime1">
              <a:rPr lang="en-US" smtClean="0"/>
              <a:t>4/16/2026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D920F1B-6B0F-4E22-B866-197943E20399}" type="datetime1">
              <a:rPr lang="en-US" smtClean="0"/>
              <a:t>4/16/2026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b">
            <a:noAutofit/>
          </a:bodyPr>
          <a:lstStyle>
            <a:lvl1pPr>
              <a:defRPr sz="72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Mudwerks Pottery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58912819-068F-4EEB-B42E-20E3CBB83992}" type="datetime1">
              <a:rPr lang="en-US" smtClean="0"/>
              <a:t>4/16/2026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3671C62-F31D-40B5-84CB-501689073150}"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912FCC-81B4-4362-806D-74DB36836BE4}"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3D9D1C-53AD-4A17-9946-A2C9A2AA1DBF}"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B66FA5E-6966-4DCA-918C-AA6C00AA6329}"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4B85B1B-8203-4DB8-9262-039C704FC814}"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Mudwerks Pottery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F27C290C-1DD8-4C2B-B96D-D7A23BAAC7F9}" type="datetime1">
              <a:rPr lang="en-US" smtClean="0"/>
              <a:t>4/16/2026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Mudwerks Pottery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8844C6FC-9625-4DD2-BC6C-E0C3E82167A8}" type="datetime1">
              <a:rPr lang="en-US" smtClean="0"/>
              <a:t>4/16/2026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Mudwerks Pottery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ACE3A0F6-BFE9-4EB9-8D60-5D34CE93FBB4}" type="datetime1">
              <a:rPr lang="en-US" smtClean="0"/>
              <a:t>4/16/2026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6C413D90-11A5-463A-93C9-7659D1C0A081}" type="datetime1">
              <a:rPr lang="en-US" smtClean="0"/>
              <a:t>4/16/2026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4F6A2C53-EDC3-4783-9ED3-83666B8B4243}"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Mudwerks Pottery</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CA25518C-32F6-47B0-ADDB-99CE3BFBBD6A}" type="datetime1">
              <a:rPr lang="en-US" smtClean="0"/>
              <a:t>4/16/2026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44B97408-0133-492A-97C5-0A89E69D6C71}" type="datetime1">
              <a:rPr lang="en-US" smtClean="0"/>
              <a:t>4/16/2026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Mudwerks Pottery</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714B473C-E5A2-456F-812E-EEEE8374B072}" type="datetime1">
              <a:rPr lang="en-US" smtClean="0"/>
              <a:t>4/16/2026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C0294B61-91BF-49D5-B5D8-FC408BCA9EA9}"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Mudwerks Pottery</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09388760-5B0A-4773-94B1-70BE6354B0F0}" type="datetime1">
              <a:rPr lang="en-US" smtClean="0"/>
              <a:t>4/16/2026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D5B7FA2-ABEE-4370-95A7-99013447AD24}"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36FAA76-A9F0-4770-ABF2-4877AECE5BA0}"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590E748E-04DF-434C-8E57-48AA34E05F6B}"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Mudwerks Pottery</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EA84EFA9-7609-47AE-944A-E8E6C123A8DD}" type="datetime1">
              <a:rPr lang="en-US" smtClean="0"/>
              <a:t>4/16/2026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Mudwerks Pottery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E182DD64-DDDF-45BE-9699-789FB269517C}" type="datetime1">
              <a:rPr lang="en-US" smtClean="0"/>
              <a:t>4/16/2026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Mudwerks Pottery</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870A69A8-BD79-42DA-8C09-65E26ACE92C6}" type="datetime1">
              <a:rPr lang="en-US" smtClean="0"/>
              <a:t>4/16/2026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1A0725C-909C-466D-A791-CD9663D55B6D}"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cstate="email">
              <a:alphaModFix amt="6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78DBF8F-8567-4FDC-9CA9-4227CF42CA55}"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8D959165-7A35-4C46-8884-D100D8535537}" type="datetime1">
              <a:rPr lang="en-US" smtClean="0"/>
              <a:t>4/16/2026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A96E0555-4690-46AC-A067-D7864ADA7482}" type="datetime1">
              <a:rPr lang="en-US" smtClean="0"/>
              <a:t>4/16/2026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518FFBE4-335F-4A66-89A1-941E4C712C7D}" type="datetime1">
              <a:rPr lang="en-US" smtClean="0"/>
              <a:t>4/16/2026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05EA84B7-8DFC-4F65-955D-008F4E0A05D4}" type="datetime1">
              <a:rPr lang="en-US" smtClean="0"/>
              <a:t>4/16/2026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5B58439D-D278-4755-A10A-DB86F62E0E28}" type="datetime1">
              <a:rPr lang="en-US" smtClean="0"/>
              <a:t>4/16/2026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92AD9759-87AE-4089-80BD-72C77965A11A}" type="datetime1">
              <a:rPr lang="en-US" smtClean="0"/>
              <a:t>4/16/2026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1DE4BD59-353E-4976-BB15-530CEA4C1DC7}" type="datetime1">
              <a:rPr lang="en-US" smtClean="0"/>
              <a:t>4/16/2026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Mudwerks Pottery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14B0CC70-6D7E-4A74-BCF5-EB3F97124F59}" type="datetime1">
              <a:rPr lang="en-US" smtClean="0"/>
              <a:t>4/16/2026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DC93F67C-0AFA-4EC8-808D-591370D8BA16}" type="datetime1">
              <a:rPr lang="en-US" smtClean="0"/>
              <a:t>4/16/2026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Mudwerks Pottery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19138F8-C91F-4821-83C6-F4AA5199580B}" type="datetime1">
              <a:rPr lang="en-US" smtClean="0"/>
              <a:t>4/16/2026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Mudwerks Pottery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AD0963B-3FCF-4A63-9E6E-08EB36B70CF4}" type="datetime1">
              <a:rPr lang="en-US" smtClean="0"/>
              <a:t>4/16/2026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Mudwerks Pottery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F4F12C22-7D01-4156-90B8-E41E4289F8D6}" type="datetime1">
              <a:rPr lang="en-US" smtClean="0"/>
              <a:t>4/16/2026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F3F269FD-8ED8-48D1-92B2-94B3C46DDB72}" type="datetime1">
              <a:rPr lang="en-US" smtClean="0"/>
              <a:t>4/16/2026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Mudwerks Pottery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B0B006BE-5672-4B52-ADA3-6E5DEABA466F}" type="datetime1">
              <a:rPr lang="en-US" smtClean="0"/>
              <a:t>4/16/2026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0CEC9F2-A5D3-4C2B-848D-8CAA4672FDE2}"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Mudwerks Pottery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586B403-A323-471A-9EC5-D5C909A39E12}" type="datetime1">
              <a:rPr lang="en-US" smtClean="0"/>
              <a:t>4/16/2026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Mudwerks Pottery</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93D988E-E28E-4A4A-A2F6-86E6E9511336}" type="datetime1">
              <a:rPr lang="en-US" smtClean="0"/>
              <a:t>4/16/2026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48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4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DE798-2343-B3CE-6652-A2DF6294C4F3}"/>
              </a:ext>
            </a:extLst>
          </p:cNvPr>
          <p:cNvSpPr>
            <a:spLocks noGrp="1"/>
          </p:cNvSpPr>
          <p:nvPr>
            <p:ph type="title"/>
          </p:nvPr>
        </p:nvSpPr>
        <p:spPr/>
        <p:txBody>
          <a:bodyPr/>
          <a:lstStyle/>
          <a:p>
            <a:pPr marL="0" indent="0">
              <a:buNone/>
            </a:pPr>
            <a:r>
              <a:rPr lang="en-US" sz="4800" b="0" i="0" u="none">
                <a:latin typeface="Bahnschrift SemiLight"/>
              </a:rPr>
              <a:t>Agile Roles</a:t>
            </a:r>
            <a:endParaRPr/>
          </a:p>
        </p:txBody>
      </p:sp>
      <p:sp>
        <p:nvSpPr>
          <p:cNvPr id="52" name="Rectangle 51">
            <a:extLst>
              <a:ext uri="{FF2B5EF4-FFF2-40B4-BE49-F238E27FC236}">
                <a16:creationId xmlns:a16="http://schemas.microsoft.com/office/drawing/2014/main" id="{16C85CA1-5D84-2999-26D4-0D658E9FB15C}"/>
              </a:ext>
            </a:extLst>
          </p:cNvPr>
          <p:cNvSpPr/>
          <p:nvPr/>
        </p:nvSpPr>
        <p:spPr>
          <a:xfrm>
            <a:off x="679807" y="1810421"/>
            <a:ext cx="2249424" cy="1097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36" name="Text Placeholder 39">
            <a:extLst>
              <a:ext uri="{FF2B5EF4-FFF2-40B4-BE49-F238E27FC236}">
                <a16:creationId xmlns:a16="http://schemas.microsoft.com/office/drawing/2014/main" id="{AC43476D-4716-9F5B-5FE9-3EDA5D02DF62}"/>
              </a:ext>
            </a:extLst>
          </p:cNvPr>
          <p:cNvSpPr txBox="1">
            <a:spLocks/>
          </p:cNvSpPr>
          <p:nvPr/>
        </p:nvSpPr>
        <p:spPr>
          <a:xfrm>
            <a:off x="623845" y="1953923"/>
            <a:ext cx="2337509"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None/>
            </a:pPr>
            <a:r>
              <a:rPr lang="en-US" sz="1400" b="0" i="0" u="none" cap="all">
                <a:latin typeface="Bahnschrift SemiLight"/>
              </a:rPr>
              <a:t>Product Owner</a:t>
            </a:r>
            <a:endParaRPr>
              <a:latin typeface="+mj-lt"/>
            </a:endParaRPr>
          </a:p>
        </p:txBody>
      </p:sp>
      <p:sp>
        <p:nvSpPr>
          <p:cNvPr id="28" name="Text Placeholder 39">
            <a:extLst>
              <a:ext uri="{FF2B5EF4-FFF2-40B4-BE49-F238E27FC236}">
                <a16:creationId xmlns:a16="http://schemas.microsoft.com/office/drawing/2014/main" id="{D005794E-A9AB-82B7-FFCC-542337605202}"/>
              </a:ext>
            </a:extLst>
          </p:cNvPr>
          <p:cNvSpPr txBox="1">
            <a:spLocks/>
          </p:cNvSpPr>
          <p:nvPr/>
        </p:nvSpPr>
        <p:spPr>
          <a:xfrm>
            <a:off x="623845" y="2599542"/>
            <a:ext cx="2337509" cy="2449884"/>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indent="-228600" fontAlgn="t">
              <a:lnSpc>
                <a:spcPct val="110000"/>
              </a:lnSpc>
              <a:spcAft>
                <a:spcPts val="600"/>
              </a:spcAft>
              <a:buFontTx/>
              <a:buChar char="•"/>
            </a:pPr>
            <a:r>
              <a:rPr lang="en-US" sz="1100" b="0" i="0" u="none">
                <a:latin typeface="Bahnschrift SemiLight"/>
              </a:rPr>
              <a:t>Maximizes product value by representing the customer’s voice.</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Owns, manages, and prioritizes the product backlog.</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Decides what to build first to deliver the highest-value features.</a:t>
            </a:r>
            <a:endParaRPr sz="1100">
              <a:latin typeface="Bahnschrift SemiLight"/>
            </a:endParaRPr>
          </a:p>
        </p:txBody>
      </p:sp>
      <p:sp>
        <p:nvSpPr>
          <p:cNvPr id="20" name="Text Placeholder 32">
            <a:extLst>
              <a:ext uri="{FF2B5EF4-FFF2-40B4-BE49-F238E27FC236}">
                <a16:creationId xmlns:a16="http://schemas.microsoft.com/office/drawing/2014/main" id="{5668BD24-5BEC-F87C-D36C-3EF4EB8B999E}"/>
              </a:ext>
            </a:extLst>
          </p:cNvPr>
          <p:cNvSpPr txBox="1">
            <a:spLocks/>
          </p:cNvSpPr>
          <p:nvPr/>
        </p:nvSpPr>
        <p:spPr>
          <a:xfrm>
            <a:off x="679807" y="5282558"/>
            <a:ext cx="2251271" cy="1070318"/>
          </a:xfrm>
          <a:prstGeom prst="rect">
            <a:avLst/>
          </a:prstGeom>
          <a:solidFill>
            <a:schemeClr val="accent1"/>
          </a:solidFill>
        </p:spPr>
        <p:txBody>
          <a:bodyPr vert="horz" lIns="91440" tIns="45720" rIns="91440" bIns="4572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PRIORITIZE VALUE</a:t>
            </a:r>
            <a:endParaRPr sz="1800">
              <a:solidFill>
                <a:schemeClr val="bg1"/>
              </a:solidFill>
            </a:endParaRPr>
          </a:p>
        </p:txBody>
      </p:sp>
      <p:sp>
        <p:nvSpPr>
          <p:cNvPr id="54" name="Rectangle 53">
            <a:extLst>
              <a:ext uri="{FF2B5EF4-FFF2-40B4-BE49-F238E27FC236}">
                <a16:creationId xmlns:a16="http://schemas.microsoft.com/office/drawing/2014/main" id="{629A1E28-B586-EAC2-19F1-C5D877D86A7E}"/>
              </a:ext>
            </a:extLst>
          </p:cNvPr>
          <p:cNvSpPr/>
          <p:nvPr/>
        </p:nvSpPr>
        <p:spPr>
          <a:xfrm>
            <a:off x="3538728" y="1804037"/>
            <a:ext cx="2249424" cy="10972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38" name="Text Placeholder 40">
            <a:extLst>
              <a:ext uri="{FF2B5EF4-FFF2-40B4-BE49-F238E27FC236}">
                <a16:creationId xmlns:a16="http://schemas.microsoft.com/office/drawing/2014/main" id="{DF162A37-5E90-0D7F-8BBE-777F93A86B55}"/>
              </a:ext>
            </a:extLst>
          </p:cNvPr>
          <p:cNvSpPr txBox="1">
            <a:spLocks/>
          </p:cNvSpPr>
          <p:nvPr/>
        </p:nvSpPr>
        <p:spPr>
          <a:xfrm>
            <a:off x="3478024" y="1953922"/>
            <a:ext cx="2337509"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None/>
            </a:pPr>
            <a:r>
              <a:rPr lang="en-US" sz="1400" b="0" i="0" u="none" cap="all">
                <a:latin typeface="Bahnschrift SemiLight"/>
              </a:rPr>
              <a:t>Scrum Master</a:t>
            </a:r>
            <a:endParaRPr>
              <a:latin typeface="+mj-lt"/>
            </a:endParaRPr>
          </a:p>
        </p:txBody>
      </p:sp>
      <p:sp>
        <p:nvSpPr>
          <p:cNvPr id="30" name="Text Placeholder 40">
            <a:extLst>
              <a:ext uri="{FF2B5EF4-FFF2-40B4-BE49-F238E27FC236}">
                <a16:creationId xmlns:a16="http://schemas.microsoft.com/office/drawing/2014/main" id="{3D4A714F-AFB6-FAC0-75CC-0A6881C60FF9}"/>
              </a:ext>
            </a:extLst>
          </p:cNvPr>
          <p:cNvSpPr txBox="1">
            <a:spLocks/>
          </p:cNvSpPr>
          <p:nvPr/>
        </p:nvSpPr>
        <p:spPr>
          <a:xfrm>
            <a:off x="3478024" y="2599541"/>
            <a:ext cx="2337509" cy="2371978"/>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indent="-228600" fontAlgn="t">
              <a:lnSpc>
                <a:spcPct val="110000"/>
              </a:lnSpc>
              <a:spcAft>
                <a:spcPts val="600"/>
              </a:spcAft>
              <a:buFontTx/>
              <a:buChar char="•"/>
            </a:pPr>
            <a:r>
              <a:rPr lang="en-US" sz="1100" b="0" i="0" u="none">
                <a:latin typeface="Bahnschrift SemiLight"/>
              </a:rPr>
              <a:t>Ensures the team adheres to Scrum principles and practices.</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Removes blockers and supports team effectiveness.</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Protects the team from outside interruptions.</a:t>
            </a:r>
            <a:endParaRPr sz="1100">
              <a:latin typeface="Bahnschrift SemiLight"/>
            </a:endParaRPr>
          </a:p>
        </p:txBody>
      </p:sp>
      <p:sp>
        <p:nvSpPr>
          <p:cNvPr id="22" name="Text Placeholder 36">
            <a:extLst>
              <a:ext uri="{FF2B5EF4-FFF2-40B4-BE49-F238E27FC236}">
                <a16:creationId xmlns:a16="http://schemas.microsoft.com/office/drawing/2014/main" id="{A128AE6D-6BB4-604C-0089-202C8B1FB2C1}"/>
              </a:ext>
            </a:extLst>
          </p:cNvPr>
          <p:cNvSpPr txBox="1">
            <a:spLocks/>
          </p:cNvSpPr>
          <p:nvPr/>
        </p:nvSpPr>
        <p:spPr>
          <a:xfrm>
            <a:off x="3533987" y="5282558"/>
            <a:ext cx="2251271" cy="1070318"/>
          </a:xfrm>
          <a:prstGeom prst="rect">
            <a:avLst/>
          </a:prstGeom>
          <a:solidFill>
            <a:schemeClr val="accent2"/>
          </a:solidFill>
        </p:spPr>
        <p:txBody>
          <a:bodyPr vert="horz" lIns="91440" tIns="45720" rIns="91440" bIns="45720" rtlCol="0"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REMOVE BLOCKERS</a:t>
            </a:r>
            <a:endParaRPr sz="1800">
              <a:solidFill>
                <a:schemeClr val="bg1"/>
              </a:solidFill>
            </a:endParaRPr>
          </a:p>
        </p:txBody>
      </p:sp>
      <p:sp>
        <p:nvSpPr>
          <p:cNvPr id="56" name="Rectangle 55">
            <a:extLst>
              <a:ext uri="{FF2B5EF4-FFF2-40B4-BE49-F238E27FC236}">
                <a16:creationId xmlns:a16="http://schemas.microsoft.com/office/drawing/2014/main" id="{FB630AEC-75D0-A48D-A9C5-56343350430E}"/>
              </a:ext>
            </a:extLst>
          </p:cNvPr>
          <p:cNvSpPr/>
          <p:nvPr/>
        </p:nvSpPr>
        <p:spPr>
          <a:xfrm>
            <a:off x="6397649" y="1809329"/>
            <a:ext cx="2249424" cy="10972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a:p>
        </p:txBody>
      </p:sp>
      <p:sp>
        <p:nvSpPr>
          <p:cNvPr id="40" name="Text Placeholder 41">
            <a:extLst>
              <a:ext uri="{FF2B5EF4-FFF2-40B4-BE49-F238E27FC236}">
                <a16:creationId xmlns:a16="http://schemas.microsoft.com/office/drawing/2014/main" id="{9F0D310D-2BDE-51BC-BB56-627FE4634C95}"/>
              </a:ext>
            </a:extLst>
          </p:cNvPr>
          <p:cNvSpPr txBox="1">
            <a:spLocks/>
          </p:cNvSpPr>
          <p:nvPr/>
        </p:nvSpPr>
        <p:spPr>
          <a:xfrm>
            <a:off x="6344266" y="1953922"/>
            <a:ext cx="2359901" cy="502920"/>
          </a:xfrm>
          <a:prstGeom prst="rect">
            <a:avLst/>
          </a:prstGeom>
        </p:spPr>
        <p:txBody>
          <a:bodyPr>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None/>
            </a:pPr>
            <a:r>
              <a:rPr lang="en-US" sz="1400" b="0" i="0" u="none" cap="all">
                <a:latin typeface="Bahnschrift SemiLight"/>
              </a:rPr>
              <a:t>Developers</a:t>
            </a:r>
            <a:endParaRPr>
              <a:latin typeface="+mj-lt"/>
            </a:endParaRPr>
          </a:p>
        </p:txBody>
      </p:sp>
      <p:sp>
        <p:nvSpPr>
          <p:cNvPr id="32" name="Text Placeholder 41">
            <a:extLst>
              <a:ext uri="{FF2B5EF4-FFF2-40B4-BE49-F238E27FC236}">
                <a16:creationId xmlns:a16="http://schemas.microsoft.com/office/drawing/2014/main" id="{72ED8728-0CE1-142A-7DC7-0A3BD32490BB}"/>
              </a:ext>
            </a:extLst>
          </p:cNvPr>
          <p:cNvSpPr txBox="1">
            <a:spLocks/>
          </p:cNvSpPr>
          <p:nvPr/>
        </p:nvSpPr>
        <p:spPr>
          <a:xfrm>
            <a:off x="6344266" y="2599542"/>
            <a:ext cx="2359901" cy="2612478"/>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0" indent="-228600" fontAlgn="t">
              <a:lnSpc>
                <a:spcPct val="110000"/>
              </a:lnSpc>
              <a:spcAft>
                <a:spcPts val="600"/>
              </a:spcAft>
              <a:buFontTx/>
              <a:buChar char="•"/>
            </a:pPr>
            <a:r>
              <a:rPr lang="en-US" sz="1100" b="0" i="0" u="none">
                <a:latin typeface="Bahnschrift SemiLight"/>
              </a:rPr>
              <a:t>Cross-functional, self-organizing team (e.g., developers, testers, designers).</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Turns backlog items into a “Done” increment every sprint.</a:t>
            </a:r>
            <a:endParaRPr sz="1100">
              <a:latin typeface="Bahnschrift SemiLight"/>
            </a:endParaRPr>
          </a:p>
          <a:p>
            <a:pPr marL="228600" lvl="0" indent="-228600" fontAlgn="t">
              <a:lnSpc>
                <a:spcPct val="110000"/>
              </a:lnSpc>
              <a:spcAft>
                <a:spcPts val="600"/>
              </a:spcAft>
              <a:buFontTx/>
              <a:buChar char="•"/>
            </a:pPr>
            <a:r>
              <a:rPr lang="en-US" sz="1100" b="0" i="0" u="none">
                <a:latin typeface="Bahnschrift SemiLight"/>
              </a:rPr>
              <a:t>Decides how to do the work, fostering accountability and innovation.</a:t>
            </a:r>
            <a:endParaRPr sz="1100">
              <a:latin typeface="Bahnschrift SemiLight"/>
            </a:endParaRPr>
          </a:p>
        </p:txBody>
      </p:sp>
      <p:sp>
        <p:nvSpPr>
          <p:cNvPr id="24" name="Text Placeholder 37">
            <a:extLst>
              <a:ext uri="{FF2B5EF4-FFF2-40B4-BE49-F238E27FC236}">
                <a16:creationId xmlns:a16="http://schemas.microsoft.com/office/drawing/2014/main" id="{677493D6-B43A-2AF0-7DC7-2FEF0E376C4E}"/>
              </a:ext>
            </a:extLst>
          </p:cNvPr>
          <p:cNvSpPr txBox="1">
            <a:spLocks/>
          </p:cNvSpPr>
          <p:nvPr/>
        </p:nvSpPr>
        <p:spPr>
          <a:xfrm>
            <a:off x="6400228" y="5282558"/>
            <a:ext cx="2251271" cy="1070318"/>
          </a:xfrm>
          <a:prstGeom prst="rect">
            <a:avLst/>
          </a:prstGeom>
          <a:solidFill>
            <a:schemeClr val="accent3"/>
          </a:solidFill>
        </p:spPr>
        <p:txBody>
          <a:bodyPr vert="horz" lIns="91440" tIns="45720" rIns="91440" bIns="45720" rtlCol="0" anchor="ct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i="0" u="none">
                <a:solidFill>
                  <a:schemeClr val="bg1"/>
                </a:solidFill>
                <a:latin typeface="Bahnschrift SemiLight"/>
              </a:rPr>
              <a:t>DELIVER DONE</a:t>
            </a:r>
            <a:endParaRPr sz="1800">
              <a:solidFill>
                <a:schemeClr val="bg1"/>
              </a:solidFill>
            </a:endParaRPr>
          </a:p>
        </p:txBody>
      </p:sp>
    </p:spTree>
    <p:extLst>
      <p:ext uri="{BB962C8B-B14F-4D97-AF65-F5344CB8AC3E}">
        <p14:creationId xmlns:p14="http://schemas.microsoft.com/office/powerpoint/2010/main" val="343442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8D673-33F5-1A29-752C-31E4ED4D3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8DE65-0560-F6D4-4D1C-CFDB853C85F6}"/>
              </a:ext>
            </a:extLst>
          </p:cNvPr>
          <p:cNvSpPr>
            <a:spLocks noGrp="1"/>
          </p:cNvSpPr>
          <p:nvPr>
            <p:ph type="title"/>
          </p:nvPr>
        </p:nvSpPr>
        <p:spPr/>
        <p:txBody>
          <a:bodyPr/>
          <a:lstStyle/>
          <a:p>
            <a:pPr marL="0" indent="0">
              <a:buNone/>
            </a:pPr>
            <a:r>
              <a:rPr lang="en-US" sz="4800" b="0" i="0" u="none">
                <a:latin typeface="Bahnschrift SemiLight"/>
              </a:rPr>
              <a:t>Agile Phases</a:t>
            </a:r>
            <a:endParaRPr/>
          </a:p>
        </p:txBody>
      </p:sp>
      <p:graphicFrame>
        <p:nvGraphicFramePr>
          <p:cNvPr id="5" name="Content Placeholder 4">
            <a:extLst>
              <a:ext uri="{FF2B5EF4-FFF2-40B4-BE49-F238E27FC236}">
                <a16:creationId xmlns:a16="http://schemas.microsoft.com/office/drawing/2014/main" id="{4A8F5EB6-E76D-EE65-9AC5-5A0B41F6A34C}"/>
              </a:ext>
            </a:extLst>
          </p:cNvPr>
          <p:cNvGraphicFramePr>
            <a:graphicFrameLocks noGrp="1"/>
          </p:cNvGraphicFramePr>
          <p:nvPr>
            <p:ph idx="1"/>
            <p:extLs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612775" y="1828800"/>
          <a:ext cx="10963275"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8331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8D673-33F5-1A29-752C-31E4ED4D3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8DE65-0560-F6D4-4D1C-CFDB853C85F6}"/>
              </a:ext>
            </a:extLst>
          </p:cNvPr>
          <p:cNvSpPr>
            <a:spLocks noGrp="1"/>
          </p:cNvSpPr>
          <p:nvPr>
            <p:ph type="title"/>
          </p:nvPr>
        </p:nvSpPr>
        <p:spPr/>
        <p:txBody>
          <a:bodyPr/>
          <a:lstStyle/>
          <a:p>
            <a:pPr marL="0" indent="0">
              <a:buNone/>
            </a:pPr>
            <a:r>
              <a:rPr lang="en-US" sz="4800" b="0" i="0" u="none">
                <a:latin typeface="Bahnschrift SemiLight"/>
              </a:rPr>
              <a:t>WATERFALL MODEL</a:t>
            </a:r>
            <a:endParaRPr/>
          </a:p>
        </p:txBody>
      </p:sp>
      <p:graphicFrame>
        <p:nvGraphicFramePr>
          <p:cNvPr id="5" name="Content Placeholder 4">
            <a:extLst>
              <a:ext uri="{FF2B5EF4-FFF2-40B4-BE49-F238E27FC236}">
                <a16:creationId xmlns:a16="http://schemas.microsoft.com/office/drawing/2014/main" id="{4A8F5EB6-E76D-EE65-9AC5-5A0B41F6A34C}"/>
              </a:ext>
            </a:extLst>
          </p:cNvPr>
          <p:cNvGraphicFramePr>
            <a:graphicFrameLocks noGrp="1"/>
          </p:cNvGraphicFramePr>
          <p:nvPr>
            <p:ph idx="1"/>
            <p:extLs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612775" y="1828800"/>
          <a:ext cx="10963275"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8331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D578-5973-BE4C-750A-7E87CF4599F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5C47AC1-44F0-4EA1-EF28-5194FBA84A46}"/>
              </a:ext>
            </a:extLst>
          </p:cNvPr>
          <p:cNvSpPr>
            <a:spLocks noGrp="1"/>
          </p:cNvSpPr>
          <p:nvPr>
            <p:ph type="title"/>
          </p:nvPr>
        </p:nvSpPr>
        <p:spPr>
          <a:xfrm>
            <a:off x="612647" y="685800"/>
            <a:ext cx="3654553" cy="3643916"/>
          </a:xfrm>
        </p:spPr>
        <p:txBody>
          <a:bodyPr anchor="t">
            <a:noAutofit/>
          </a:bodyPr>
          <a:lstStyle>
            <a:lvl1pPr>
              <a:defRPr sz="5400"/>
            </a:lvl1pPr>
          </a:lstStyle>
          <a:p>
            <a:pPr marL="0" indent="0">
              <a:buNone/>
            </a:pPr>
            <a:r>
              <a:rPr lang="en-US" sz="3200" b="0" i="0" u="none">
                <a:latin typeface="Bahnschrift SemiLight"/>
              </a:rPr>
              <a:t>WATERFALL OR AGILE APPROACH?</a:t>
            </a:r>
            <a:endParaRPr sz="3200">
              <a:latin typeface="Bahnschrift SemiLight"/>
            </a:endParaRPr>
          </a:p>
        </p:txBody>
      </p:sp>
      <p:sp>
        <p:nvSpPr>
          <p:cNvPr id="9" name="Text Placeholder 3">
            <a:extLst>
              <a:ext uri="{FF2B5EF4-FFF2-40B4-BE49-F238E27FC236}">
                <a16:creationId xmlns:a16="http://schemas.microsoft.com/office/drawing/2014/main" id="{96F4AC36-EF89-33C1-4A6B-7906EB3B6CD0}"/>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buNone/>
            </a:pPr>
            <a:r>
              <a:rPr lang="en-US" sz="1600" b="1" i="0" u="none">
                <a:latin typeface="Bahnschrift SemiLight"/>
              </a:rPr>
              <a:t>Decision factors</a:t>
            </a:r>
            <a:endParaRPr sz="1600">
              <a:latin typeface="Bahnschrift SemiLight"/>
            </a:endParaRPr>
          </a:p>
          <a:p>
            <a:pPr marL="228600" lvl="0" indent="-228600">
              <a:buFont typeface="Bahnschrift SemiLight"/>
              <a:buChar char="•"/>
            </a:pPr>
            <a:r>
              <a:rPr lang="en-US" sz="1600" b="0" i="0" u="none">
                <a:latin typeface="Bahnschrift SemiLight"/>
              </a:rPr>
              <a:t>Project complexity</a:t>
            </a:r>
            <a:endParaRPr sz="1600">
              <a:latin typeface="Bahnschrift SemiLight"/>
            </a:endParaRPr>
          </a:p>
          <a:p>
            <a:pPr marL="228600" lvl="0" indent="-228600">
              <a:buFont typeface="Bahnschrift SemiLight"/>
              <a:buChar char="•"/>
            </a:pPr>
            <a:r>
              <a:rPr lang="en-US" sz="1600" b="0" i="0" u="none">
                <a:latin typeface="Bahnschrift SemiLight"/>
              </a:rPr>
              <a:t>Requirement stability</a:t>
            </a:r>
            <a:endParaRPr sz="1600">
              <a:latin typeface="Bahnschrift SemiLight"/>
            </a:endParaRPr>
          </a:p>
          <a:p>
            <a:pPr marL="228600" lvl="0" indent="-228600">
              <a:buFont typeface="Bahnschrift SemiLight"/>
              <a:buChar char="•"/>
            </a:pPr>
            <a:r>
              <a:rPr lang="en-US" sz="1600" b="0" i="0" u="none">
                <a:latin typeface="Bahnschrift SemiLight"/>
              </a:rPr>
              <a:t>Stakeholder involvement</a:t>
            </a:r>
            <a:endParaRPr sz="1600">
              <a:latin typeface="Bahnschrift SemiLight"/>
            </a:endParaRPr>
          </a:p>
        </p:txBody>
      </p:sp>
      <p:graphicFrame>
        <p:nvGraphicFramePr>
          <p:cNvPr id="21" name="SmartArt 8">
            <a:extLst>
              <a:ext uri="{FF2B5EF4-FFF2-40B4-BE49-F238E27FC236}">
                <a16:creationId xmlns:a16="http://schemas.microsoft.com/office/drawing/2014/main" id="{04A92908-1F98-1C1D-8CF4-39772112E213}"/>
              </a:ext>
            </a:extLst>
          </p:cNvPr>
          <p:cNvGraphicFramePr>
            <a:graphicFrameLocks/>
          </p:cNvGraphicFramePr>
          <p:nvPr/>
        </p:nvGraphicFramePr>
        <p:xfrm>
          <a:off x="4876798" y="685800"/>
          <a:ext cx="6699503"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65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BCF436-3B02-EA37-3E40-F977FCCF6913}"/>
              </a:ext>
            </a:extLst>
          </p:cNvPr>
          <p:cNvSpPr>
            <a:spLocks noGrp="1"/>
          </p:cNvSpPr>
          <p:nvPr>
            <p:ph type="title"/>
          </p:nvPr>
        </p:nvSpPr>
        <p:spPr/>
        <p:txBody>
          <a:bodyPr/>
          <a:lstStyle/>
          <a:p>
            <a:pPr marL="0" indent="0">
              <a:buNone/>
            </a:pPr>
            <a:r>
              <a:rPr lang="en-US" sz="7200" b="0" i="0" u="none">
                <a:latin typeface="Bahnschrift SemiLight"/>
              </a:rPr>
              <a:t>REFERENCES</a:t>
            </a:r>
            <a:endParaRPr/>
          </a:p>
        </p:txBody>
      </p:sp>
      <p:sp>
        <p:nvSpPr>
          <p:cNvPr id="5" name="Content Placeholder 4">
            <a:extLst>
              <a:ext uri="{FF2B5EF4-FFF2-40B4-BE49-F238E27FC236}">
                <a16:creationId xmlns:a16="http://schemas.microsoft.com/office/drawing/2014/main" id="{661425C1-5B7C-38A0-A31A-0E379126BCD8}"/>
              </a:ext>
            </a:extLst>
          </p:cNvPr>
          <p:cNvSpPr>
            <a:spLocks noGrp="1"/>
          </p:cNvSpPr>
          <p:nvPr>
            <p:ph sz="quarter" idx="13"/>
          </p:nvPr>
        </p:nvSpPr>
        <p:spPr/>
        <p:txBody>
          <a:bodyPr/>
          <a:lstStyle/>
          <a:p>
            <a:pPr marL="342900" lvl="5" indent="-342900">
              <a:buFont typeface="+mj-lt"/>
              <a:buAutoNum type="arabicPeriod"/>
            </a:pPr>
            <a:r>
              <a:rPr lang="en-US" sz="1400" b="0" i="0" u="none" dirty="0">
                <a:latin typeface="Neue Haas Grotesk Text Pro"/>
              </a:rPr>
              <a:t>Cohn, M. (2004). </a:t>
            </a:r>
            <a:r>
              <a:rPr lang="en-US" sz="1400" b="0" i="1" u="none" dirty="0">
                <a:latin typeface="Neue Haas Grotesk Text Pro"/>
              </a:rPr>
              <a:t>User Stories Applied: For Agile Software Development</a:t>
            </a:r>
            <a:r>
              <a:rPr lang="en-US" sz="1400" b="0" i="0" u="none" dirty="0">
                <a:latin typeface="Neue Haas Grotesk Text Pro"/>
              </a:rPr>
              <a:t>. Addison-Wesley.</a:t>
            </a:r>
            <a:endParaRPr sz="1400" dirty="0">
              <a:latin typeface="Neue Haas Grotesk Text Pro"/>
            </a:endParaRPr>
          </a:p>
          <a:p>
            <a:pPr marL="342900" lvl="5" indent="-342900">
              <a:buFont typeface="+mj-lt"/>
              <a:buAutoNum type="arabicPeriod"/>
            </a:pPr>
            <a:r>
              <a:rPr lang="en-US" sz="1400" b="0" i="0" u="none" dirty="0">
                <a:latin typeface="Neue Haas Grotesk Text Pro"/>
              </a:rPr>
              <a:t>Rubin, K. S. (2013). </a:t>
            </a:r>
            <a:r>
              <a:rPr lang="en-US" sz="1400" b="0" i="1" u="none" dirty="0">
                <a:latin typeface="Neue Haas Grotesk Text Pro"/>
              </a:rPr>
              <a:t>Essential Scrum: A Practical Guide to the Most Popular Agile Process</a:t>
            </a:r>
            <a:r>
              <a:rPr lang="en-US" sz="1400" b="0" i="0" u="none" dirty="0">
                <a:latin typeface="Neue Haas Grotesk Text Pro"/>
              </a:rPr>
              <a:t>. Addison-Wesley. (p. 2)</a:t>
            </a:r>
            <a:endParaRPr sz="1400" dirty="0">
              <a:latin typeface="Neue Haas Grotesk Text Pro"/>
            </a:endParaRPr>
          </a:p>
          <a:p>
            <a:pPr marL="342900" lvl="5" indent="-342900">
              <a:buFont typeface="+mj-lt"/>
              <a:buAutoNum type="arabicPeriod"/>
            </a:pPr>
            <a:r>
              <a:rPr lang="en-US" sz="1400" b="0" i="0" u="none" dirty="0">
                <a:latin typeface="Neue Haas Grotesk Text Pro"/>
              </a:rPr>
              <a:t>Schwaber, K., &amp; Sutherland, J. (2020). </a:t>
            </a:r>
            <a:r>
              <a:rPr lang="en-US" sz="1400" b="0" i="1" u="none" dirty="0">
                <a:latin typeface="Neue Haas Grotesk Text Pro"/>
              </a:rPr>
              <a:t>The Scrum Guide</a:t>
            </a:r>
            <a:r>
              <a:rPr lang="en-US" sz="1400" b="0" i="0" u="none" dirty="0">
                <a:latin typeface="Neue Haas Grotesk Text Pro"/>
              </a:rPr>
              <a:t>. Scrum.org. (p. 2)</a:t>
            </a:r>
            <a:endParaRPr sz="1400" dirty="0">
              <a:latin typeface="Neue Haas Grotesk Text Pro"/>
            </a:endParaRPr>
          </a:p>
          <a:p>
            <a:pPr marL="342900" lvl="5" indent="-342900">
              <a:buFont typeface="+mj-lt"/>
              <a:buAutoNum type="arabicPeriod"/>
            </a:pPr>
            <a:r>
              <a:rPr lang="en-US" sz="1400" b="0" i="0" u="none" dirty="0">
                <a:latin typeface="Neue Haas Grotesk Text Pro"/>
              </a:rPr>
              <a:t>Stray, V., Moe, N. B., &amp; Berntzen, M. (2020). </a:t>
            </a:r>
            <a:r>
              <a:rPr lang="en-US" sz="1400" b="0" i="1" u="none" dirty="0">
                <a:latin typeface="Neue Haas Grotesk Text Pro"/>
              </a:rPr>
              <a:t>Renewing the Daily Scrum</a:t>
            </a:r>
            <a:r>
              <a:rPr lang="en-US" sz="1400" b="0" i="0" u="none" dirty="0">
                <a:latin typeface="Neue Haas Grotesk Text Pro"/>
              </a:rPr>
              <a:t>. IEEE Software. (p. 2)</a:t>
            </a:r>
            <a:endParaRPr sz="1400" dirty="0">
              <a:latin typeface="Neue Haas Grotesk Text Pro"/>
            </a:endParaRPr>
          </a:p>
          <a:p>
            <a:pPr marL="342900" lvl="5" indent="-342900">
              <a:buFont typeface="+mj-lt"/>
              <a:buAutoNum type="arabicPeriod"/>
            </a:pPr>
            <a:r>
              <a:rPr lang="en-US" sz="1400" b="0" i="0" u="none" dirty="0">
                <a:latin typeface="Neue Haas Grotesk Text Pro"/>
              </a:rPr>
              <a:t>PMI. (2025). </a:t>
            </a:r>
            <a:r>
              <a:rPr lang="en-US" sz="1400" b="0" i="1" u="none" dirty="0">
                <a:latin typeface="Neue Haas Grotesk Text Pro"/>
              </a:rPr>
              <a:t>Agile versus Waterfall: Global Survey Insights</a:t>
            </a:r>
            <a:r>
              <a:rPr lang="en-US" sz="1400" b="0" i="0" u="none" dirty="0">
                <a:latin typeface="Neue Haas Grotesk Text Pro"/>
              </a:rPr>
              <a:t>. Project Management Institute.</a:t>
            </a:r>
            <a:endParaRPr sz="1400" dirty="0">
              <a:latin typeface="Neue Haas Grotesk Text Pro"/>
            </a:endParaRPr>
          </a:p>
        </p:txBody>
      </p:sp>
    </p:spTree>
    <p:extLst>
      <p:ext uri="{BB962C8B-B14F-4D97-AF65-F5344CB8AC3E}">
        <p14:creationId xmlns:p14="http://schemas.microsoft.com/office/powerpoint/2010/main" val="675294295"/>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 example 2 compressed_win32_v2" id="{523B8860-E868-457D-9A37-FCB641AD6F61}" vid="{02BDDB9D-0298-4559-81D0-AB189F174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ce46077-c084-46ce-a700-e522340c27a8}" enabled="1" method="Standard" siteId="{c921337c-1160-432a-b079-805f59112843}" contentBits="0" removed="0"/>
</clbl:labelList>
</file>

<file path=docProps/app.xml><?xml version="1.0" encoding="utf-8"?>
<Properties xmlns="http://schemas.openxmlformats.org/officeDocument/2006/extended-properties" xmlns:vt="http://schemas.openxmlformats.org/officeDocument/2006/docPropsVTypes">
  <TotalTime>125</TotalTime>
  <Words>736</Words>
  <Application>Microsoft Office PowerPoint</Application>
  <PresentationFormat>Widescreen</PresentationFormat>
  <Paragraphs>81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Bahnschrift SemiLight</vt:lpstr>
      <vt:lpstr>Neue Haas Grotesk Text Pro</vt:lpstr>
      <vt:lpstr>Blockwork elegance</vt:lpstr>
      <vt:lpstr>Agile Roles</vt:lpstr>
      <vt:lpstr>Agile Phases</vt:lpstr>
      <vt:lpstr>WATERFALL MODEL</vt:lpstr>
      <vt:lpstr>WATERFALL OR AGILE APPROACH?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Konstanz Mosley</dc:creator>
  <cp:lastModifiedBy>Mosley, Konstanz J</cp:lastModifiedBy>
  <cp:revision>5</cp:revision>
  <cp:lastPrinted>2026-04-14T13:41:16Z</cp:lastPrinted>
  <dcterms:created xsi:type="dcterms:W3CDTF">2026-04-14T13:21:37Z</dcterms:created>
  <dcterms:modified xsi:type="dcterms:W3CDTF">2026-04-16T14:18:34Z</dcterms:modified>
</cp:coreProperties>
</file>